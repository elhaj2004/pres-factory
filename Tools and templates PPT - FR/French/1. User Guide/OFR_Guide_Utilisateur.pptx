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4"/>
  </p:notesMasterIdLst>
  <p:sldIdLst>
    <p:sldId id="256" r:id="rId2"/>
    <p:sldId id="257" r:id="rId3"/>
    <p:sldId id="258" r:id="rId4"/>
    <p:sldId id="279" r:id="rId5"/>
    <p:sldId id="280" r:id="rId6"/>
    <p:sldId id="281" r:id="rId7"/>
    <p:sldId id="282" r:id="rId8"/>
    <p:sldId id="263" r:id="rId9"/>
    <p:sldId id="264" r:id="rId10"/>
    <p:sldId id="265" r:id="rId11"/>
    <p:sldId id="284" r:id="rId12"/>
    <p:sldId id="267" r:id="rId13"/>
    <p:sldId id="285" r:id="rId14"/>
    <p:sldId id="269" r:id="rId15"/>
    <p:sldId id="278" r:id="rId16"/>
    <p:sldId id="270" r:id="rId17"/>
    <p:sldId id="271" r:id="rId18"/>
    <p:sldId id="272" r:id="rId19"/>
    <p:sldId id="274" r:id="rId20"/>
    <p:sldId id="275" r:id="rId21"/>
    <p:sldId id="276" r:id="rId22"/>
    <p:sldId id="287"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9" orient="horz" pos="169">
          <p15:clr>
            <a:srgbClr val="A4A3A4"/>
          </p15:clr>
        </p15:guide>
        <p15:guide id="10" pos="2880">
          <p15:clr>
            <a:srgbClr val="A4A3A4"/>
          </p15:clr>
        </p15:guide>
        <p15:guide id="11" orient="horz" pos="636" userDrawn="1">
          <p15:clr>
            <a:srgbClr val="A4A3A4"/>
          </p15:clr>
        </p15:guide>
        <p15:guide id="12" orient="horz" pos="744" userDrawn="1">
          <p15:clr>
            <a:srgbClr val="A4A3A4"/>
          </p15:clr>
        </p15:guide>
        <p15:guide id="13" orient="horz" pos="1620" userDrawn="1">
          <p15:clr>
            <a:srgbClr val="A4A3A4"/>
          </p15:clr>
        </p15:guide>
        <p15:guide id="14" orient="horz" pos="2867" userDrawn="1">
          <p15:clr>
            <a:srgbClr val="A4A3A4"/>
          </p15:clr>
        </p15:guide>
        <p15:guide id="15" pos="198" userDrawn="1">
          <p15:clr>
            <a:srgbClr val="A4A3A4"/>
          </p15:clr>
        </p15:guide>
        <p15:guide id="16" pos="556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FFFF00"/>
    <a:srgbClr val="000000"/>
    <a:srgbClr val="FFD200"/>
    <a:srgbClr val="FFFFFF"/>
    <a:srgbClr val="A885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10" autoAdjust="0"/>
  </p:normalViewPr>
  <p:slideViewPr>
    <p:cSldViewPr showGuides="1">
      <p:cViewPr>
        <p:scale>
          <a:sx n="100" d="100"/>
          <a:sy n="100" d="100"/>
        </p:scale>
        <p:origin x="540" y="72"/>
      </p:cViewPr>
      <p:guideLst>
        <p:guide orient="horz" pos="169"/>
        <p:guide pos="2880"/>
        <p:guide orient="horz" pos="636"/>
        <p:guide orient="horz" pos="744"/>
        <p:guide orient="horz" pos="1620"/>
        <p:guide orient="horz" pos="2867"/>
        <p:guide pos="198"/>
        <p:guide pos="5562"/>
      </p:guideLst>
    </p:cSldViewPr>
  </p:slideViewPr>
  <p:outlineViewPr>
    <p:cViewPr>
      <p:scale>
        <a:sx n="33" d="100"/>
        <a:sy n="33" d="100"/>
      </p:scale>
      <p:origin x="0" y="14958"/>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11/10/2021</a:t>
            </a:fld>
            <a:endParaRPr lang="en-GB"/>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‹N°›</a:t>
            </a:fld>
            <a:endParaRPr lang="en-GB"/>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2075" lvl="1" indent="0">
              <a:buNone/>
            </a:pPr>
            <a:endParaRPr lang="en-GB" dirty="0"/>
          </a:p>
        </p:txBody>
      </p:sp>
      <p:sp>
        <p:nvSpPr>
          <p:cNvPr id="4" name="Slide Number Placeholder 3"/>
          <p:cNvSpPr>
            <a:spLocks noGrp="1"/>
          </p:cNvSpPr>
          <p:nvPr>
            <p:ph type="sldNum" sz="quarter" idx="10"/>
          </p:nvPr>
        </p:nvSpPr>
        <p:spPr/>
        <p:txBody>
          <a:bodyPr/>
          <a:lstStyle/>
          <a:p>
            <a:fld id="{885932DF-9606-4758-A2B5-AF1153FB1ABB}" type="slidenum">
              <a:rPr lang="en-GB" smtClean="0"/>
              <a:pPr/>
              <a:t>4</a:t>
            </a:fld>
            <a:endParaRPr lang="en-GB"/>
          </a:p>
        </p:txBody>
      </p:sp>
    </p:spTree>
    <p:extLst>
      <p:ext uri="{BB962C8B-B14F-4D97-AF65-F5344CB8AC3E}">
        <p14:creationId xmlns:p14="http://schemas.microsoft.com/office/powerpoint/2010/main" val="1736720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85932DF-9606-4758-A2B5-AF1153FB1ABB}" type="slidenum">
              <a:rPr lang="en-GB" smtClean="0"/>
              <a:pPr/>
              <a:t>9</a:t>
            </a:fld>
            <a:endParaRPr lang="en-GB"/>
          </a:p>
        </p:txBody>
      </p:sp>
    </p:spTree>
    <p:extLst>
      <p:ext uri="{BB962C8B-B14F-4D97-AF65-F5344CB8AC3E}">
        <p14:creationId xmlns:p14="http://schemas.microsoft.com/office/powerpoint/2010/main" val="383193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lnSpc>
                <a:spcPct val="90000"/>
              </a:lnSpc>
              <a:spcBef>
                <a:spcPts val="600"/>
              </a:spcBef>
              <a:buClr>
                <a:schemeClr val="bg1"/>
              </a:buClr>
              <a:buSzPct val="25000"/>
              <a:buFont typeface="Calibri" panose="020F0502020204030204" pitchFamily="34" charset="0"/>
              <a:buNone/>
            </a:pPr>
            <a:endParaRPr lang="en-GB" sz="1000" spc="-20" dirty="0">
              <a:latin typeface="Helvetica 75 Bold" panose="020B0804020202020204" pitchFamily="34" charset="0"/>
            </a:endParaRPr>
          </a:p>
        </p:txBody>
      </p:sp>
      <p:sp>
        <p:nvSpPr>
          <p:cNvPr id="4" name="Slide Number Placeholder 3"/>
          <p:cNvSpPr>
            <a:spLocks noGrp="1"/>
          </p:cNvSpPr>
          <p:nvPr>
            <p:ph type="sldNum" sz="quarter" idx="10"/>
          </p:nvPr>
        </p:nvSpPr>
        <p:spPr/>
        <p:txBody>
          <a:bodyPr/>
          <a:lstStyle/>
          <a:p>
            <a:fld id="{885932DF-9606-4758-A2B5-AF1153FB1ABB}" type="slidenum">
              <a:rPr lang="en-GB" smtClean="0"/>
              <a:pPr/>
              <a:t>11</a:t>
            </a:fld>
            <a:endParaRPr lang="en-GB"/>
          </a:p>
        </p:txBody>
      </p:sp>
    </p:spTree>
    <p:extLst>
      <p:ext uri="{BB962C8B-B14F-4D97-AF65-F5344CB8AC3E}">
        <p14:creationId xmlns:p14="http://schemas.microsoft.com/office/powerpoint/2010/main" val="4288663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5932DF-9606-4758-A2B5-AF1153FB1ABB}" type="slidenum">
              <a:rPr lang="en-GB" smtClean="0"/>
              <a:pPr/>
              <a:t>12</a:t>
            </a:fld>
            <a:endParaRPr lang="en-GB"/>
          </a:p>
        </p:txBody>
      </p:sp>
    </p:spTree>
    <p:extLst>
      <p:ext uri="{BB962C8B-B14F-4D97-AF65-F5344CB8AC3E}">
        <p14:creationId xmlns:p14="http://schemas.microsoft.com/office/powerpoint/2010/main" val="3881325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5932DF-9606-4758-A2B5-AF1153FB1ABB}" type="slidenum">
              <a:rPr lang="en-GB" smtClean="0"/>
              <a:pPr/>
              <a:t>15</a:t>
            </a:fld>
            <a:endParaRPr lang="en-GB"/>
          </a:p>
        </p:txBody>
      </p:sp>
    </p:spTree>
    <p:extLst>
      <p:ext uri="{BB962C8B-B14F-4D97-AF65-F5344CB8AC3E}">
        <p14:creationId xmlns:p14="http://schemas.microsoft.com/office/powerpoint/2010/main" val="3826279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14326" y="1181101"/>
            <a:ext cx="8515350" cy="3370262"/>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2" name="Title 1"/>
          <p:cNvSpPr>
            <a:spLocks noGrp="1"/>
          </p:cNvSpPr>
          <p:nvPr>
            <p:ph type="title" hasCustomPrompt="1"/>
          </p:nvPr>
        </p:nvSpPr>
        <p:spPr/>
        <p:txBody>
          <a:bodyPr/>
          <a:lstStyle>
            <a:lvl1pPr>
              <a:defRPr/>
            </a:lvl1pPr>
          </a:lstStyle>
          <a:p>
            <a:r>
              <a:rPr lang="fr-FR" noProof="0" dirty="0"/>
              <a:t>Cliquez pour modifier le titre</a:t>
            </a:r>
          </a:p>
        </p:txBody>
      </p:sp>
      <p:sp>
        <p:nvSpPr>
          <p:cNvPr id="4" name="TextBox 3"/>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0353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13535" y="267618"/>
            <a:ext cx="4829289" cy="2304131"/>
          </a:xfrm>
        </p:spPr>
        <p:txBody>
          <a:bodyPr>
            <a:noAutofit/>
          </a:bodyPr>
          <a:lstStyle>
            <a:lvl1pPr algn="l">
              <a:lnSpc>
                <a:spcPct val="85000"/>
              </a:lnSpc>
              <a:defRPr sz="5500"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5800726" y="266701"/>
            <a:ext cx="3028950" cy="3403600"/>
          </a:xfrm>
        </p:spPr>
        <p:txBody>
          <a:bodyPr/>
          <a:lstStyle>
            <a:lvl1pPr>
              <a:defRPr/>
            </a:lvl1pPr>
          </a:lstStyle>
          <a:p>
            <a:pPr lvl="0"/>
            <a:r>
              <a:rPr lang="fr-FR" noProof="0" dirty="0"/>
              <a:t>Cliquez pour modifier le texte</a:t>
            </a:r>
          </a:p>
          <a:p>
            <a:pPr lvl="1"/>
            <a:r>
              <a:rPr lang="fr-FR" noProof="0" dirty="0"/>
              <a:t>Deuxième niveau</a:t>
            </a:r>
          </a:p>
        </p:txBody>
      </p:sp>
      <p:sp>
        <p:nvSpPr>
          <p:cNvPr id="16" name="Subtitle 2"/>
          <p:cNvSpPr>
            <a:spLocks noGrp="1"/>
          </p:cNvSpPr>
          <p:nvPr>
            <p:ph type="subTitle" idx="1" hasCustomPrompt="1"/>
          </p:nvPr>
        </p:nvSpPr>
        <p:spPr>
          <a:xfrm>
            <a:off x="314325" y="2704144"/>
            <a:ext cx="4827547" cy="966156"/>
          </a:xfrm>
        </p:spPr>
        <p:txBody>
          <a:bodyPr/>
          <a:lstStyle>
            <a:lvl1pPr marL="0" indent="0" algn="l">
              <a:buNone/>
              <a:defRPr baseline="0">
                <a:solidFill>
                  <a:schemeClr val="tx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dirty="0"/>
              <a:t>Cliquez pour modifier le nom du présentateur</a:t>
            </a:r>
          </a:p>
        </p:txBody>
      </p:sp>
      <p:grpSp>
        <p:nvGrpSpPr>
          <p:cNvPr id="3" name="Group 2"/>
          <p:cNvGrpSpPr/>
          <p:nvPr userDrawn="1"/>
        </p:nvGrpSpPr>
        <p:grpSpPr>
          <a:xfrm>
            <a:off x="313535" y="4233863"/>
            <a:ext cx="612775" cy="612775"/>
            <a:chOff x="313535" y="4233863"/>
            <a:chExt cx="612775" cy="612775"/>
          </a:xfrm>
        </p:grpSpPr>
        <p:sp>
          <p:nvSpPr>
            <p:cNvPr id="50" name="Rectangle 5"/>
            <p:cNvSpPr>
              <a:spLocks noChangeArrowheads="1"/>
            </p:cNvSpPr>
            <p:nvPr userDrawn="1"/>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1" name="Freeform 6"/>
            <p:cNvSpPr>
              <a:spLocks noEditPoints="1"/>
            </p:cNvSpPr>
            <p:nvPr userDrawn="1"/>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2" name="Freeform 7"/>
            <p:cNvSpPr>
              <a:spLocks/>
            </p:cNvSpPr>
            <p:nvPr userDrawn="1"/>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3" name="Freeform 8"/>
            <p:cNvSpPr>
              <a:spLocks noEditPoints="1"/>
            </p:cNvSpPr>
            <p:nvPr userDrawn="1"/>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4" name="Freeform 9"/>
            <p:cNvSpPr>
              <a:spLocks noEditPoints="1"/>
            </p:cNvSpPr>
            <p:nvPr userDrawn="1"/>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5" name="Freeform 10"/>
            <p:cNvSpPr>
              <a:spLocks/>
            </p:cNvSpPr>
            <p:nvPr userDrawn="1"/>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6" name="Freeform 11"/>
            <p:cNvSpPr>
              <a:spLocks noEditPoints="1"/>
            </p:cNvSpPr>
            <p:nvPr userDrawn="1"/>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7" name="Freeform 12"/>
            <p:cNvSpPr>
              <a:spLocks noEditPoints="1"/>
            </p:cNvSpPr>
            <p:nvPr userDrawn="1"/>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grpSp>
    </p:spTree>
    <p:extLst>
      <p:ext uri="{BB962C8B-B14F-4D97-AF65-F5344CB8AC3E}">
        <p14:creationId xmlns:p14="http://schemas.microsoft.com/office/powerpoint/2010/main" val="74709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314325" y="267494"/>
            <a:ext cx="8515349" cy="4283869"/>
          </a:xfrm>
        </p:spPr>
        <p:txBody>
          <a:bodyPr/>
          <a:lstStyle>
            <a:lvl1pPr>
              <a:spcBef>
                <a:spcPts val="0"/>
              </a:spcBef>
              <a:defRPr sz="3000"/>
            </a:lvl1pPr>
            <a:lvl2pPr marL="361950" indent="-361950">
              <a:spcBef>
                <a:spcPts val="0"/>
              </a:spcBef>
              <a:buClrTx/>
              <a:buSzPct val="100000"/>
              <a:buFont typeface="+mj-lt"/>
              <a:buAutoNum type="arabicPeriod"/>
              <a:defRPr sz="3000"/>
            </a:lvl2pPr>
            <a:lvl3pPr>
              <a:defRPr sz="1800"/>
            </a:lvl3pPr>
            <a:lvl4pPr>
              <a:defRPr sz="1800"/>
            </a:lvl4pPr>
            <a:lvl5pPr>
              <a:defRPr sz="1800"/>
            </a:lvl5pPr>
          </a:lstStyle>
          <a:p>
            <a:pPr lvl="0"/>
            <a:r>
              <a:rPr lang="fr-FR" noProof="0" dirty="0"/>
              <a:t>Cliquez pour modifier le contenu</a:t>
            </a:r>
          </a:p>
          <a:p>
            <a:pPr lvl="1"/>
            <a:r>
              <a:rPr lang="fr-FR" noProof="0" dirty="0"/>
              <a:t>Deuxième niveau</a:t>
            </a:r>
          </a:p>
        </p:txBody>
      </p:sp>
      <p:sp>
        <p:nvSpPr>
          <p:cNvPr id="4" name="TextBox 3"/>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1277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313769" y="268288"/>
            <a:ext cx="6096839" cy="4283075"/>
          </a:xfrm>
        </p:spPr>
        <p:txBody>
          <a:bodyPr>
            <a:normAutofit/>
          </a:bodyPr>
          <a:lstStyle>
            <a:lvl1pPr>
              <a:lnSpc>
                <a:spcPct val="85000"/>
              </a:lnSpc>
              <a:spcBef>
                <a:spcPts val="0"/>
              </a:spcBef>
              <a:buNone/>
              <a:defRPr sz="5500" baseline="0"/>
            </a:lvl1pPr>
            <a:lvl2pPr>
              <a:lnSpc>
                <a:spcPct val="85000"/>
              </a:lnSpc>
              <a:spcBef>
                <a:spcPts val="0"/>
              </a:spcBef>
              <a:defRPr sz="5500"/>
            </a:lvl2pPr>
            <a:lvl3pPr>
              <a:defRPr sz="5500"/>
            </a:lvl3pPr>
            <a:lvl4pPr>
              <a:defRPr sz="5500"/>
            </a:lvl4pPr>
            <a:lvl5pPr>
              <a:defRPr sz="5500"/>
            </a:lvl5pPr>
          </a:lstStyle>
          <a:p>
            <a:pPr lvl="0"/>
            <a:r>
              <a:rPr lang="fr-FR" noProof="0" dirty="0"/>
              <a:t>Cliquez pour modifier le nom de la section </a:t>
            </a:r>
          </a:p>
          <a:p>
            <a:pPr lvl="1"/>
            <a:r>
              <a:rPr lang="fr-FR" noProof="0" dirty="0"/>
              <a:t>Deuxième niveau</a:t>
            </a:r>
          </a:p>
        </p:txBody>
      </p:sp>
      <p:sp>
        <p:nvSpPr>
          <p:cNvPr id="4" name="TextBox 3"/>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62480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13200" y="1181100"/>
            <a:ext cx="3968055"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4864795" y="1181100"/>
            <a:ext cx="3964880" cy="3370262"/>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lvl6pPr>
            <a:lvl7pPr>
              <a:defRPr sz="1800"/>
            </a:lvl7pPr>
            <a:lvl8pPr>
              <a:defRPr sz="1800"/>
            </a:lvl8pPr>
            <a:lvl9pPr>
              <a:defRPr sz="18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7" name="Title 6"/>
          <p:cNvSpPr>
            <a:spLocks noGrp="1"/>
          </p:cNvSpPr>
          <p:nvPr>
            <p:ph type="title" hasCustomPrompt="1"/>
          </p:nvPr>
        </p:nvSpPr>
        <p:spPr>
          <a:xfrm>
            <a:off x="313199" y="268288"/>
            <a:ext cx="8516475" cy="741362"/>
          </a:xfrm>
        </p:spPr>
        <p:txBody>
          <a:bodyPr/>
          <a:lstStyle>
            <a:lvl1pPr>
              <a:defRPr/>
            </a:lvl1pPr>
          </a:lstStyle>
          <a:p>
            <a:r>
              <a:rPr lang="fr-FR" noProof="0" dirty="0"/>
              <a:t>Cliquez pour modifier le titre</a:t>
            </a:r>
          </a:p>
        </p:txBody>
      </p:sp>
      <p:sp>
        <p:nvSpPr>
          <p:cNvPr id="6" name="TextBox 5"/>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366865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modifier le titre</a:t>
            </a:r>
          </a:p>
        </p:txBody>
      </p:sp>
      <p:sp>
        <p:nvSpPr>
          <p:cNvPr id="5" name="TextBox 4"/>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419928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mage pleine page">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9144000" cy="5143500"/>
          </a:xfrm>
        </p:spPr>
        <p:txBody>
          <a:bodyPr/>
          <a:lstStyle/>
          <a:p>
            <a:r>
              <a:rPr lang="fr-FR" noProof="0" dirty="0"/>
              <a:t>Cliquez sur l'icône pour ajouter une photo</a:t>
            </a:r>
          </a:p>
        </p:txBody>
      </p:sp>
      <p:sp>
        <p:nvSpPr>
          <p:cNvPr id="2" name="Title 1"/>
          <p:cNvSpPr>
            <a:spLocks noGrp="1"/>
          </p:cNvSpPr>
          <p:nvPr>
            <p:ph type="title" hasCustomPrompt="1"/>
          </p:nvPr>
        </p:nvSpPr>
        <p:spPr/>
        <p:txBody>
          <a:bodyPr/>
          <a:lstStyle>
            <a:lvl1pPr>
              <a:defRPr baseline="0">
                <a:solidFill>
                  <a:srgbClr val="000000"/>
                </a:solidFill>
              </a:defRPr>
            </a:lvl1pPr>
          </a:lstStyle>
          <a:p>
            <a:r>
              <a:rPr lang="fr-FR" noProof="0" dirty="0"/>
              <a:t>Cliquez pour modifier le titre</a:t>
            </a:r>
          </a:p>
        </p:txBody>
      </p:sp>
    </p:spTree>
    <p:extLst>
      <p:ext uri="{BB962C8B-B14F-4D97-AF65-F5344CB8AC3E}">
        <p14:creationId xmlns:p14="http://schemas.microsoft.com/office/powerpoint/2010/main" val="18188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TextBox 2"/>
          <p:cNvSpPr txBox="1"/>
          <p:nvPr userDrawn="1"/>
        </p:nvSpPr>
        <p:spPr>
          <a:xfrm>
            <a:off x="619545" y="4749146"/>
            <a:ext cx="738985" cy="123111"/>
          </a:xfrm>
          <a:prstGeom prst="rect">
            <a:avLst/>
          </a:prstGeom>
          <a:noFill/>
        </p:spPr>
        <p:txBody>
          <a:bodyPr wrap="none" lIns="0" tIns="0" rIns="0" bIns="0" rtlCol="0">
            <a:spAutoFit/>
          </a:bodyPr>
          <a:lstStyle/>
          <a:p>
            <a:r>
              <a:rPr kumimoji="0" lang="fr-FR" sz="800"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3630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fr-FR" noProof="0" dirty="0"/>
              <a:t>Cliquez pour modifier le titre</a:t>
            </a:r>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fr-FR"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fr-FR"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
        <p:nvSpPr>
          <p:cNvPr id="4" name="MSIPCMContentMarking" descr="{&quot;HashCode&quot;:-309203560,&quot;Placement&quot;:&quot;Footer&quot;,&quot;Top&quot;:388.8,&quot;Left&quot;:315.058655,&quot;SlideWidth&quot;:720,&quot;SlideHeight&quot;:405}">
            <a:extLst>
              <a:ext uri="{FF2B5EF4-FFF2-40B4-BE49-F238E27FC236}">
                <a16:creationId xmlns:a16="http://schemas.microsoft.com/office/drawing/2014/main" id="{CDE49F1A-D79A-42EF-A35A-7F1A4D43E56A}"/>
              </a:ext>
            </a:extLst>
          </p:cNvPr>
          <p:cNvSpPr txBox="1"/>
          <p:nvPr userDrawn="1"/>
        </p:nvSpPr>
        <p:spPr>
          <a:xfrm>
            <a:off x="4001245" y="4937760"/>
            <a:ext cx="1141510" cy="205740"/>
          </a:xfrm>
          <a:prstGeom prst="rect">
            <a:avLst/>
          </a:prstGeom>
        </p:spPr>
        <p:txBody>
          <a:bodyPr vert="horz" wrap="square" lIns="0" tIns="0" rIns="0" bIns="0" rtlCol="0" anchor="ctr" anchorCtr="1">
            <a:spAutoFit/>
          </a:bodyPr>
          <a:lstStyle/>
          <a:p>
            <a:pPr algn="ctr">
              <a:spcBef>
                <a:spcPts val="0"/>
              </a:spcBef>
              <a:spcAft>
                <a:spcPts val="0"/>
              </a:spcAft>
            </a:pPr>
            <a:r>
              <a:rPr lang="fr-FR" sz="800">
                <a:solidFill>
                  <a:srgbClr val="ED7D31"/>
                </a:solidFill>
                <a:latin typeface="Helvetica 75 Bold" panose="020B0804020202020204" pitchFamily="34" charset="0"/>
              </a:rPr>
              <a:t>Orange Restricted</a:t>
            </a:r>
            <a:endParaRPr lang="fr-FR" sz="800" dirty="0" err="1">
              <a:solidFill>
                <a:srgbClr val="ED7D31"/>
              </a:solidFill>
              <a:latin typeface="Helvetica 75 Bold" panose="020B0804020202020204" pitchFamily="34" charset="0"/>
            </a:endParaRPr>
          </a:p>
        </p:txBody>
      </p:sp>
    </p:spTree>
    <p:extLst>
      <p:ext uri="{BB962C8B-B14F-4D97-AF65-F5344CB8AC3E}">
        <p14:creationId xmlns:p14="http://schemas.microsoft.com/office/powerpoint/2010/main" val="1507071699"/>
      </p:ext>
    </p:extLst>
  </p:cSld>
  <p:clrMap bg1="lt1" tx1="dk1" bg2="lt2" tx2="dk2" accent1="accent1" accent2="accent2" accent3="accent3" accent4="accent4" accent5="accent5" accent6="accent6" hlink="hlink" folHlink="folHlink"/>
  <p:sldLayoutIdLst>
    <p:sldLayoutId id="2147483660" r:id="rId1"/>
    <p:sldLayoutId id="2147483659" r:id="rId2"/>
    <p:sldLayoutId id="2147483665" r:id="rId3"/>
    <p:sldLayoutId id="2147483664" r:id="rId4"/>
    <p:sldLayoutId id="2147483661" r:id="rId5"/>
    <p:sldLayoutId id="2147483662" r:id="rId6"/>
    <p:sldLayoutId id="2147483663" r:id="rId7"/>
    <p:sldLayoutId id="2147483666"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bg2"/>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eg"/><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fr-FR" dirty="0">
                <a:solidFill>
                  <a:schemeClr val="accent1"/>
                </a:solidFill>
              </a:rPr>
              <a:t>Orange</a:t>
            </a:r>
            <a:br>
              <a:rPr lang="fr-FR" dirty="0"/>
            </a:br>
            <a:r>
              <a:rPr lang="fr-FR" dirty="0"/>
              <a:t>Guide utilisateur</a:t>
            </a:r>
          </a:p>
        </p:txBody>
      </p:sp>
      <p:sp>
        <p:nvSpPr>
          <p:cNvPr id="3" name="Subtitle 2"/>
          <p:cNvSpPr>
            <a:spLocks noGrp="1"/>
          </p:cNvSpPr>
          <p:nvPr>
            <p:ph type="subTitle" idx="1"/>
          </p:nvPr>
        </p:nvSpPr>
        <p:spPr/>
        <p:txBody>
          <a:bodyPr/>
          <a:lstStyle/>
          <a:p>
            <a:r>
              <a:rPr lang="fr-FR" dirty="0"/>
              <a:t>Ce document propose des conseils pour réaliser des présentations originales et impactantes. </a:t>
            </a:r>
          </a:p>
        </p:txBody>
      </p:sp>
    </p:spTree>
    <p:extLst>
      <p:ext uri="{BB962C8B-B14F-4D97-AF65-F5344CB8AC3E}">
        <p14:creationId xmlns:p14="http://schemas.microsoft.com/office/powerpoint/2010/main" val="103208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13209" y="268292"/>
            <a:ext cx="8519642" cy="503258"/>
          </a:xfrm>
        </p:spPr>
        <p:txBody>
          <a:bodyPr/>
          <a:lstStyle/>
          <a:p>
            <a:r>
              <a:rPr lang="fr-FR" dirty="0"/>
              <a:t>Sommaire</a:t>
            </a:r>
            <a:endParaRPr lang="fr-FR" sz="2000" dirty="0"/>
          </a:p>
          <a:p>
            <a:pPr lvl="1"/>
            <a:endParaRPr lang="fr-FR" sz="2000" dirty="0"/>
          </a:p>
          <a:p>
            <a:pPr lvl="1"/>
            <a:endParaRPr lang="fr-FR" sz="2000" dirty="0"/>
          </a:p>
          <a:p>
            <a:pPr lvl="1"/>
            <a:endParaRPr lang="fr-FR" sz="2000" dirty="0">
              <a:solidFill>
                <a:schemeClr val="tx1"/>
              </a:solidFill>
            </a:endParaRPr>
          </a:p>
        </p:txBody>
      </p:sp>
      <p:sp>
        <p:nvSpPr>
          <p:cNvPr id="15" name="Rectangle 14"/>
          <p:cNvSpPr/>
          <p:nvPr/>
        </p:nvSpPr>
        <p:spPr>
          <a:xfrm>
            <a:off x="225016" y="1100805"/>
            <a:ext cx="4572000" cy="3016210"/>
          </a:xfrm>
          <a:prstGeom prst="rect">
            <a:avLst/>
          </a:prstGeom>
        </p:spPr>
        <p:txBody>
          <a:bodyPr>
            <a:spAutoFit/>
          </a:bodyPr>
          <a:lstStyle/>
          <a:p>
            <a:pPr lvl="0">
              <a:lnSpc>
                <a:spcPct val="90000"/>
              </a:lnSpc>
              <a:spcBef>
                <a:spcPts val="1400"/>
              </a:spcBef>
              <a:spcAft>
                <a:spcPts val="1200"/>
              </a:spcAft>
              <a:buClr>
                <a:srgbClr val="FFFFFF"/>
              </a:buClr>
              <a:buSzPct val="25000"/>
            </a:pPr>
            <a:r>
              <a:rPr lang="fr-FR" sz="2000" spc="-20" dirty="0">
                <a:solidFill>
                  <a:schemeClr val="accent1"/>
                </a:solidFill>
                <a:latin typeface="Helvetica 75 Bold" panose="020B0804020202020204" pitchFamily="34" charset="0"/>
              </a:rPr>
              <a:t>Utiliser le modèle</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Installer le modèle</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Insérer une nouvelle diapo</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Utiliser les grilles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Contenus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Polices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Niveaux et puces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Interlignage</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Sélection des couleurs (XML)</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Numérotation et Mise en page</a:t>
            </a:r>
          </a:p>
        </p:txBody>
      </p:sp>
      <p:sp>
        <p:nvSpPr>
          <p:cNvPr id="21" name="Rectangle 20"/>
          <p:cNvSpPr/>
          <p:nvPr/>
        </p:nvSpPr>
        <p:spPr>
          <a:xfrm>
            <a:off x="4848076" y="1100805"/>
            <a:ext cx="3984775" cy="1908215"/>
          </a:xfrm>
          <a:prstGeom prst="rect">
            <a:avLst/>
          </a:prstGeom>
        </p:spPr>
        <p:txBody>
          <a:bodyPr wrap="square">
            <a:spAutoFit/>
          </a:bodyPr>
          <a:lstStyle/>
          <a:p>
            <a:pPr lvl="0">
              <a:lnSpc>
                <a:spcPct val="90000"/>
              </a:lnSpc>
              <a:spcBef>
                <a:spcPts val="1400"/>
              </a:spcBef>
              <a:spcAft>
                <a:spcPts val="1200"/>
              </a:spcAft>
              <a:buClr>
                <a:srgbClr val="FFFFFF"/>
              </a:buClr>
              <a:buSzPct val="25000"/>
            </a:pPr>
            <a:r>
              <a:rPr lang="fr-FR" sz="2000" spc="-20" dirty="0">
                <a:solidFill>
                  <a:schemeClr val="accent1"/>
                </a:solidFill>
                <a:latin typeface="Helvetica 75 Bold" panose="020B0804020202020204" pitchFamily="34" charset="0"/>
              </a:rPr>
              <a:t>Outils et éléments utiles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Mise en forme des données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Tuiles et aplats</a:t>
            </a:r>
          </a:p>
          <a:p>
            <a:pPr marL="361950" lvl="1" indent="-361950">
              <a:lnSpc>
                <a:spcPct val="90000"/>
              </a:lnSpc>
              <a:buSzPct val="100000"/>
              <a:buFont typeface="+mj-lt"/>
              <a:buAutoNum type="arabicPeriod"/>
            </a:pPr>
            <a:r>
              <a:rPr lang="fr-FR" sz="2000" spc="-20">
                <a:solidFill>
                  <a:srgbClr val="000000"/>
                </a:solidFill>
                <a:latin typeface="Helvetica 75 Bold" panose="020B0804020202020204" pitchFamily="34" charset="0"/>
              </a:rPr>
              <a:t>Icones</a:t>
            </a:r>
            <a:endParaRPr lang="fr-FR" sz="2000" spc="-20" dirty="0">
              <a:solidFill>
                <a:srgbClr val="000000"/>
              </a:solidFill>
              <a:latin typeface="Helvetica 75 Bold" panose="020B0804020202020204" pitchFamily="34" charset="0"/>
            </a:endParaRP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Photographies</a:t>
            </a:r>
          </a:p>
          <a:p>
            <a:pPr marL="361950" lvl="1" indent="-361950">
              <a:lnSpc>
                <a:spcPct val="90000"/>
              </a:lnSpc>
              <a:buSzPct val="100000"/>
              <a:buFont typeface="+mj-lt"/>
              <a:buAutoNum type="arabicPeriod"/>
            </a:pPr>
            <a:r>
              <a:rPr lang="fr-FR" sz="2000" spc="-20" dirty="0">
                <a:solidFill>
                  <a:srgbClr val="000000"/>
                </a:solidFill>
                <a:latin typeface="Helvetica 75 Bold" panose="020B0804020202020204" pitchFamily="34" charset="0"/>
              </a:rPr>
              <a:t>Illustrations</a:t>
            </a:r>
          </a:p>
        </p:txBody>
      </p:sp>
    </p:spTree>
    <p:extLst>
      <p:ext uri="{BB962C8B-B14F-4D97-AF65-F5344CB8AC3E}">
        <p14:creationId xmlns:p14="http://schemas.microsoft.com/office/powerpoint/2010/main" val="2263571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313769" y="268288"/>
            <a:ext cx="7138551" cy="4284662"/>
          </a:xfrm>
        </p:spPr>
        <p:txBody>
          <a:bodyPr/>
          <a:lstStyle/>
          <a:p>
            <a:r>
              <a:rPr lang="fr-FR" dirty="0"/>
              <a:t>Partie une</a:t>
            </a:r>
            <a:br>
              <a:rPr lang="fr-FR" dirty="0"/>
            </a:br>
            <a:r>
              <a:rPr lang="fr-FR" dirty="0">
                <a:solidFill>
                  <a:schemeClr val="tx1"/>
                </a:solidFill>
              </a:rPr>
              <a:t>Utiliser le modèle</a:t>
            </a:r>
          </a:p>
        </p:txBody>
      </p:sp>
    </p:spTree>
    <p:extLst>
      <p:ext uri="{BB962C8B-B14F-4D97-AF65-F5344CB8AC3E}">
        <p14:creationId xmlns:p14="http://schemas.microsoft.com/office/powerpoint/2010/main" val="129055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p:txBody>
          <a:bodyPr/>
          <a:lstStyle/>
          <a:p>
            <a:r>
              <a:rPr lang="fr-FR" dirty="0">
                <a:solidFill>
                  <a:schemeClr val="tx1"/>
                </a:solidFill>
              </a:rPr>
              <a:t>Le modèle PowerPoint a été créé pour vous aider à réaliser des présentations qui feront vivre une </a:t>
            </a:r>
            <a:r>
              <a:rPr lang="fr-FR" dirty="0">
                <a:solidFill>
                  <a:srgbClr val="FF7900"/>
                </a:solidFill>
              </a:rPr>
              <a:t>expérience Orange originale </a:t>
            </a:r>
            <a:r>
              <a:rPr lang="fr-FR" dirty="0">
                <a:solidFill>
                  <a:schemeClr val="tx1"/>
                </a:solidFill>
              </a:rPr>
              <a:t>à vos audiences. </a:t>
            </a:r>
          </a:p>
          <a:p>
            <a:r>
              <a:rPr lang="fr-FR" dirty="0">
                <a:solidFill>
                  <a:schemeClr val="tx1"/>
                </a:solidFill>
              </a:rPr>
              <a:t>Pour installer le modèle PowerPoint il suffit de suivre ces quatre étapes :</a:t>
            </a:r>
          </a:p>
          <a:p>
            <a:pPr lvl="2"/>
            <a:r>
              <a:rPr lang="fr-FR" dirty="0"/>
              <a:t>Ouvrir le modèle « OFR_template_interne.potx »</a:t>
            </a:r>
          </a:p>
          <a:p>
            <a:pPr lvl="2"/>
            <a:r>
              <a:rPr lang="fr-FR" dirty="0"/>
              <a:t>Sélectionner </a:t>
            </a:r>
            <a:r>
              <a:rPr lang="fr-FR" dirty="0">
                <a:solidFill>
                  <a:srgbClr val="FF7900"/>
                </a:solidFill>
              </a:rPr>
              <a:t>« Fichier/Enregistrer sous »</a:t>
            </a:r>
            <a:r>
              <a:rPr lang="fr-FR" dirty="0"/>
              <a:t> </a:t>
            </a:r>
          </a:p>
          <a:p>
            <a:pPr lvl="2"/>
            <a:r>
              <a:rPr lang="fr-FR" dirty="0"/>
              <a:t>Sélectionner « </a:t>
            </a:r>
            <a:r>
              <a:rPr lang="fr-FR" dirty="0">
                <a:solidFill>
                  <a:srgbClr val="FF7900"/>
                </a:solidFill>
              </a:rPr>
              <a:t>Modèle</a:t>
            </a:r>
            <a:r>
              <a:rPr lang="fr-FR" dirty="0"/>
              <a:t> </a:t>
            </a:r>
            <a:r>
              <a:rPr lang="fr-FR" dirty="0">
                <a:solidFill>
                  <a:schemeClr val="bg2"/>
                </a:solidFill>
              </a:rPr>
              <a:t>PowerPoint </a:t>
            </a:r>
            <a:r>
              <a:rPr lang="fr-FR" dirty="0"/>
              <a:t>» dans le menu déroulant et renommer le fichier par « </a:t>
            </a:r>
            <a:r>
              <a:rPr lang="fr-FR" dirty="0">
                <a:solidFill>
                  <a:schemeClr val="bg2"/>
                </a:solidFill>
              </a:rPr>
              <a:t>blank.potx</a:t>
            </a:r>
            <a:r>
              <a:rPr lang="fr-FR" dirty="0"/>
              <a:t> » (en écrasant le fichier</a:t>
            </a:r>
            <a:br>
              <a:rPr lang="fr-FR" dirty="0"/>
            </a:br>
            <a:r>
              <a:rPr lang="fr-FR" dirty="0"/>
              <a:t>« blank.potx » existant)</a:t>
            </a:r>
          </a:p>
          <a:p>
            <a:pPr lvl="2"/>
            <a:r>
              <a:rPr lang="fr-FR" dirty="0"/>
              <a:t>Cliquer sur « </a:t>
            </a:r>
            <a:r>
              <a:rPr lang="fr-FR" dirty="0">
                <a:solidFill>
                  <a:schemeClr val="bg2"/>
                </a:solidFill>
              </a:rPr>
              <a:t>Enregistrer » </a:t>
            </a:r>
            <a:r>
              <a:rPr lang="fr-FR" dirty="0"/>
              <a:t>et redémarrer  PowerPoint</a:t>
            </a:r>
          </a:p>
        </p:txBody>
      </p:sp>
      <p:sp>
        <p:nvSpPr>
          <p:cNvPr id="3" name="Title 2"/>
          <p:cNvSpPr>
            <a:spLocks noGrp="1"/>
          </p:cNvSpPr>
          <p:nvPr>
            <p:ph type="title"/>
          </p:nvPr>
        </p:nvSpPr>
        <p:spPr/>
        <p:txBody>
          <a:bodyPr/>
          <a:lstStyle/>
          <a:p>
            <a:r>
              <a:rPr lang="fr-FR" dirty="0"/>
              <a:t>Comment utiliser le modèle</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4523" y="1204876"/>
            <a:ext cx="4230236" cy="2735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171516" y="2274753"/>
            <a:ext cx="259228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Tree>
    <p:extLst>
      <p:ext uri="{BB962C8B-B14F-4D97-AF65-F5344CB8AC3E}">
        <p14:creationId xmlns:p14="http://schemas.microsoft.com/office/powerpoint/2010/main" val="18983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313200" y="1181100"/>
            <a:ext cx="4042776" cy="3370262"/>
          </a:xfrm>
        </p:spPr>
        <p:txBody>
          <a:bodyPr>
            <a:normAutofit/>
          </a:bodyPr>
          <a:lstStyle/>
          <a:p>
            <a:pPr lvl="1"/>
            <a:r>
              <a:rPr lang="fr-FR" dirty="0"/>
              <a:t>Pour insérer une nouvelle diapo, utiliser le menu </a:t>
            </a:r>
            <a:r>
              <a:rPr lang="fr-FR" dirty="0">
                <a:solidFill>
                  <a:srgbClr val="FF7900"/>
                </a:solidFill>
              </a:rPr>
              <a:t>« Accueil » </a:t>
            </a:r>
            <a:r>
              <a:rPr lang="fr-FR" dirty="0"/>
              <a:t>et l’onglet </a:t>
            </a:r>
            <a:r>
              <a:rPr lang="fr-FR" dirty="0">
                <a:solidFill>
                  <a:srgbClr val="FF7900"/>
                </a:solidFill>
              </a:rPr>
              <a:t>« Nouvelle diapositive ».</a:t>
            </a:r>
          </a:p>
          <a:p>
            <a:pPr lvl="1"/>
            <a:r>
              <a:rPr lang="fr-FR" dirty="0"/>
              <a:t>La boite de dialogue vous propose les diapositives les plus couramment utilisées dans les présentations.</a:t>
            </a:r>
          </a:p>
          <a:p>
            <a:pPr lvl="1"/>
            <a:r>
              <a:rPr lang="fr-FR" dirty="0"/>
              <a:t>Si votre contenu est plus complexe, ou si vous souhaitez intégrer des diapos existantes, regardez  les présentations  </a:t>
            </a:r>
            <a:r>
              <a:rPr lang="fr-FR" dirty="0">
                <a:solidFill>
                  <a:srgbClr val="FF7900"/>
                </a:solidFill>
              </a:rPr>
              <a:t>« Outils et éléments utiles »</a:t>
            </a:r>
            <a:r>
              <a:rPr lang="fr-FR" dirty="0"/>
              <a:t> et </a:t>
            </a:r>
            <a:r>
              <a:rPr lang="fr-FR" dirty="0">
                <a:solidFill>
                  <a:srgbClr val="FF7900"/>
                </a:solidFill>
              </a:rPr>
              <a:t>« Best practice » </a:t>
            </a:r>
            <a:r>
              <a:rPr lang="fr-FR" dirty="0"/>
              <a:t>qui vous permettent d’intégrer des diapositives plus originales. Copiez et collez les diapos qui vous intéressent dans votre nouvelle présentation.</a:t>
            </a:r>
          </a:p>
        </p:txBody>
      </p:sp>
      <p:sp>
        <p:nvSpPr>
          <p:cNvPr id="3" name="Title 2"/>
          <p:cNvSpPr>
            <a:spLocks noGrp="1"/>
          </p:cNvSpPr>
          <p:nvPr>
            <p:ph type="title"/>
          </p:nvPr>
        </p:nvSpPr>
        <p:spPr/>
        <p:txBody>
          <a:bodyPr/>
          <a:lstStyle/>
          <a:p>
            <a:r>
              <a:rPr lang="fr-FR" dirty="0"/>
              <a:t>Insérer de nouvelles diapos</a:t>
            </a: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81912" y="2139702"/>
            <a:ext cx="3704856" cy="1190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p:nvPr/>
        </p:nvPicPr>
        <p:blipFill rotWithShape="1">
          <a:blip r:embed="rId3">
            <a:extLst>
              <a:ext uri="{28A0092B-C50C-407E-A947-70E740481C1C}">
                <a14:useLocalDpi xmlns:a14="http://schemas.microsoft.com/office/drawing/2010/main" val="0"/>
              </a:ext>
            </a:extLst>
          </a:blip>
          <a:srcRect r="72679" b="45234"/>
          <a:stretch/>
        </p:blipFill>
        <p:spPr bwMode="auto">
          <a:xfrm>
            <a:off x="4572000" y="1271472"/>
            <a:ext cx="4254775" cy="2740438"/>
          </a:xfrm>
          <a:prstGeom prst="rect">
            <a:avLst/>
          </a:prstGeom>
          <a:noFill/>
          <a:ln>
            <a:solidFill>
              <a:schemeClr val="tx1"/>
            </a:solidFill>
          </a:ln>
        </p:spPr>
      </p:pic>
    </p:spTree>
    <p:extLst>
      <p:ext uri="{BB962C8B-B14F-4D97-AF65-F5344CB8AC3E}">
        <p14:creationId xmlns:p14="http://schemas.microsoft.com/office/powerpoint/2010/main" val="2838974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2747" y="2993929"/>
            <a:ext cx="2876944" cy="15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0468" y="1175777"/>
            <a:ext cx="2861892" cy="1529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1"/>
          </p:nvPr>
        </p:nvSpPr>
        <p:spPr/>
        <p:txBody>
          <a:bodyPr>
            <a:normAutofit/>
          </a:bodyPr>
          <a:lstStyle/>
          <a:p>
            <a:pPr lvl="1"/>
            <a:r>
              <a:rPr lang="fr-FR" dirty="0"/>
              <a:t>Les diapos sont construites sur la base d’une grille qui permet de respecter des zones clés des diapos.</a:t>
            </a:r>
          </a:p>
          <a:p>
            <a:pPr lvl="1"/>
            <a:r>
              <a:rPr lang="fr-FR" dirty="0"/>
              <a:t>Pour visualiser la grille de construction, aller dans le menu Affichage et cochez </a:t>
            </a:r>
            <a:r>
              <a:rPr lang="fr-FR" dirty="0">
                <a:solidFill>
                  <a:srgbClr val="FF7900"/>
                </a:solidFill>
              </a:rPr>
              <a:t>“Repères” </a:t>
            </a:r>
            <a:r>
              <a:rPr lang="fr-FR" dirty="0"/>
              <a:t>Vous pouvez également cochez </a:t>
            </a:r>
            <a:r>
              <a:rPr lang="fr-FR" dirty="0">
                <a:solidFill>
                  <a:srgbClr val="FF7900"/>
                </a:solidFill>
              </a:rPr>
              <a:t>“Règles” </a:t>
            </a:r>
            <a:r>
              <a:rPr lang="fr-FR" dirty="0"/>
              <a:t>un autre outil utile.</a:t>
            </a:r>
          </a:p>
          <a:p>
            <a:pPr lvl="1"/>
            <a:r>
              <a:rPr lang="fr-FR" dirty="0"/>
              <a:t>Les repères verticaux et horizontaux sont des aides au positionnement des éléments :</a:t>
            </a:r>
          </a:p>
          <a:p>
            <a:pPr lvl="1">
              <a:buClr>
                <a:srgbClr val="FF7900"/>
              </a:buClr>
            </a:pPr>
            <a:r>
              <a:rPr lang="fr-FR" dirty="0">
                <a:solidFill>
                  <a:srgbClr val="FF7900"/>
                </a:solidFill>
              </a:rPr>
              <a:t>Fig 1 : </a:t>
            </a:r>
            <a:r>
              <a:rPr lang="fr-FR" dirty="0"/>
              <a:t>délimitation de l’espace dans lequel aucune info ne doit se trouver.</a:t>
            </a:r>
          </a:p>
          <a:p>
            <a:pPr marL="0" lvl="2" indent="0">
              <a:buClr>
                <a:srgbClr val="FF7900"/>
              </a:buClr>
              <a:buNone/>
            </a:pPr>
            <a:r>
              <a:rPr lang="fr-FR" dirty="0">
                <a:solidFill>
                  <a:schemeClr val="bg2"/>
                </a:solidFill>
              </a:rPr>
              <a:t>Fig 2 : </a:t>
            </a:r>
            <a:r>
              <a:rPr lang="fr-FR" dirty="0"/>
              <a:t>délimitation des zones de titre et de contenu. Le contenu doit occuper un maximum de cette surface.</a:t>
            </a:r>
          </a:p>
        </p:txBody>
      </p:sp>
      <p:sp>
        <p:nvSpPr>
          <p:cNvPr id="3" name="Title 2"/>
          <p:cNvSpPr>
            <a:spLocks noGrp="1"/>
          </p:cNvSpPr>
          <p:nvPr>
            <p:ph type="title"/>
          </p:nvPr>
        </p:nvSpPr>
        <p:spPr/>
        <p:txBody>
          <a:bodyPr/>
          <a:lstStyle/>
          <a:p>
            <a:r>
              <a:rPr lang="fr-FR" dirty="0"/>
              <a:t>Utiliser les grilles</a:t>
            </a:r>
          </a:p>
        </p:txBody>
      </p:sp>
      <p:sp>
        <p:nvSpPr>
          <p:cNvPr id="13" name="Freeform 12"/>
          <p:cNvSpPr/>
          <p:nvPr/>
        </p:nvSpPr>
        <p:spPr>
          <a:xfrm>
            <a:off x="5098271" y="1217838"/>
            <a:ext cx="2581200" cy="1458000"/>
          </a:xfrm>
          <a:custGeom>
            <a:avLst/>
            <a:gdLst>
              <a:gd name="connsiteX0" fmla="*/ 104875 w 3074787"/>
              <a:gd name="connsiteY0" fmla="*/ 88673 h 1728547"/>
              <a:gd name="connsiteX1" fmla="*/ 104875 w 3074787"/>
              <a:gd name="connsiteY1" fmla="*/ 1532854 h 1728547"/>
              <a:gd name="connsiteX2" fmla="*/ 2967068 w 3074787"/>
              <a:gd name="connsiteY2" fmla="*/ 1532854 h 1728547"/>
              <a:gd name="connsiteX3" fmla="*/ 2967068 w 3074787"/>
              <a:gd name="connsiteY3" fmla="*/ 88673 h 1728547"/>
              <a:gd name="connsiteX4" fmla="*/ 0 w 3074787"/>
              <a:gd name="connsiteY4" fmla="*/ 0 h 1728547"/>
              <a:gd name="connsiteX5" fmla="*/ 3074787 w 3074787"/>
              <a:gd name="connsiteY5" fmla="*/ 0 h 1728547"/>
              <a:gd name="connsiteX6" fmla="*/ 3074787 w 3074787"/>
              <a:gd name="connsiteY6" fmla="*/ 1728547 h 1728547"/>
              <a:gd name="connsiteX7" fmla="*/ 0 w 3074787"/>
              <a:gd name="connsiteY7" fmla="*/ 1728547 h 172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787" h="1728547">
                <a:moveTo>
                  <a:pt x="104875" y="88673"/>
                </a:moveTo>
                <a:lnTo>
                  <a:pt x="104875" y="1532854"/>
                </a:lnTo>
                <a:lnTo>
                  <a:pt x="2967068" y="1532854"/>
                </a:lnTo>
                <a:lnTo>
                  <a:pt x="2967068" y="88673"/>
                </a:lnTo>
                <a:close/>
                <a:moveTo>
                  <a:pt x="0" y="0"/>
                </a:moveTo>
                <a:lnTo>
                  <a:pt x="3074787" y="0"/>
                </a:lnTo>
                <a:lnTo>
                  <a:pt x="3074787" y="1728547"/>
                </a:lnTo>
                <a:lnTo>
                  <a:pt x="0" y="1728547"/>
                </a:lnTo>
                <a:close/>
              </a:path>
            </a:pathLst>
          </a:cu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600" dirty="0">
              <a:solidFill>
                <a:srgbClr val="000000"/>
              </a:solidFill>
            </a:endParaRPr>
          </a:p>
        </p:txBody>
      </p:sp>
      <p:grpSp>
        <p:nvGrpSpPr>
          <p:cNvPr id="2" name="Group 1"/>
          <p:cNvGrpSpPr/>
          <p:nvPr/>
        </p:nvGrpSpPr>
        <p:grpSpPr>
          <a:xfrm>
            <a:off x="5198762" y="3112485"/>
            <a:ext cx="2428875" cy="1219201"/>
            <a:chOff x="4940876" y="3421297"/>
            <a:chExt cx="2938939" cy="1475233"/>
          </a:xfrm>
        </p:grpSpPr>
        <p:sp>
          <p:nvSpPr>
            <p:cNvPr id="11" name="Rectangle 10"/>
            <p:cNvSpPr/>
            <p:nvPr/>
          </p:nvSpPr>
          <p:spPr>
            <a:xfrm>
              <a:off x="4940876" y="3729599"/>
              <a:ext cx="2938939" cy="1166931"/>
            </a:xfrm>
            <a:prstGeom prst="rect">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2" name="Rectangle 11"/>
            <p:cNvSpPr/>
            <p:nvPr/>
          </p:nvSpPr>
          <p:spPr>
            <a:xfrm>
              <a:off x="4940876" y="3421297"/>
              <a:ext cx="2927414" cy="250674"/>
            </a:xfrm>
            <a:prstGeom prst="rect">
              <a:avLst/>
            </a:prstGeom>
            <a:solidFill>
              <a:schemeClr val="accen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
        <p:nvSpPr>
          <p:cNvPr id="16" name="Content Placeholder 3"/>
          <p:cNvSpPr txBox="1">
            <a:spLocks/>
          </p:cNvSpPr>
          <p:nvPr/>
        </p:nvSpPr>
        <p:spPr>
          <a:xfrm>
            <a:off x="4925229" y="2736247"/>
            <a:ext cx="2982105" cy="267552"/>
          </a:xfrm>
          <a:prstGeom prst="rect">
            <a:avLst/>
          </a:prstGeom>
        </p:spPr>
        <p:txBody>
          <a:bodyPr vert="horz" lIns="0" tIns="4572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sz="800" dirty="0"/>
              <a:t>Fig .1</a:t>
            </a:r>
          </a:p>
        </p:txBody>
      </p:sp>
      <p:sp>
        <p:nvSpPr>
          <p:cNvPr id="18" name="Content Placeholder 3"/>
          <p:cNvSpPr txBox="1">
            <a:spLocks/>
          </p:cNvSpPr>
          <p:nvPr/>
        </p:nvSpPr>
        <p:spPr>
          <a:xfrm>
            <a:off x="4925229" y="4536446"/>
            <a:ext cx="2982105" cy="267552"/>
          </a:xfrm>
          <a:prstGeom prst="rect">
            <a:avLst/>
          </a:prstGeom>
        </p:spPr>
        <p:txBody>
          <a:bodyPr vert="horz" lIns="0" tIns="4572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sz="800" dirty="0"/>
              <a:t>Fig . 2</a:t>
            </a:r>
          </a:p>
        </p:txBody>
      </p:sp>
    </p:spTree>
    <p:extLst>
      <p:ext uri="{BB962C8B-B14F-4D97-AF65-F5344CB8AC3E}">
        <p14:creationId xmlns:p14="http://schemas.microsoft.com/office/powerpoint/2010/main" val="34486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377" y="2029529"/>
            <a:ext cx="2958593" cy="1667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p:txBody>
          <a:bodyPr/>
          <a:lstStyle/>
          <a:p>
            <a:pPr lvl="1"/>
            <a:r>
              <a:rPr lang="fr-FR" dirty="0"/>
              <a:t>Le menu </a:t>
            </a:r>
            <a:r>
              <a:rPr lang="fr-FR" dirty="0">
                <a:solidFill>
                  <a:srgbClr val="FF7900"/>
                </a:solidFill>
              </a:rPr>
              <a:t>« Insérer » </a:t>
            </a:r>
            <a:r>
              <a:rPr lang="fr-FR" dirty="0"/>
              <a:t>vous permet d’intégrer différents contenus dans votre diapo. Un texte peut être inséré directement ou un contenu peut être placé dans la diapo. L’icône au centre vous permet de sélectionner un contenu spécifique. Cliquez simplement sur l’icône souhaitée pour insérer :</a:t>
            </a:r>
          </a:p>
        </p:txBody>
      </p:sp>
      <p:sp>
        <p:nvSpPr>
          <p:cNvPr id="3" name="Title 2"/>
          <p:cNvSpPr>
            <a:spLocks noGrp="1"/>
          </p:cNvSpPr>
          <p:nvPr>
            <p:ph type="title"/>
          </p:nvPr>
        </p:nvSpPr>
        <p:spPr/>
        <p:txBody>
          <a:bodyPr/>
          <a:lstStyle/>
          <a:p>
            <a:r>
              <a:rPr lang="fr-FR" dirty="0"/>
              <a:t>Insérer un contenu</a:t>
            </a:r>
          </a:p>
        </p:txBody>
      </p:sp>
      <p:sp>
        <p:nvSpPr>
          <p:cNvPr id="35" name="Oval 34"/>
          <p:cNvSpPr/>
          <p:nvPr/>
        </p:nvSpPr>
        <p:spPr>
          <a:xfrm>
            <a:off x="1744980" y="2776416"/>
            <a:ext cx="377389" cy="377389"/>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nvGrpSpPr>
          <p:cNvPr id="46" name="Group 45"/>
          <p:cNvGrpSpPr/>
          <p:nvPr/>
        </p:nvGrpSpPr>
        <p:grpSpPr>
          <a:xfrm>
            <a:off x="4218337" y="2226865"/>
            <a:ext cx="4300524" cy="2257604"/>
            <a:chOff x="3966877" y="2158285"/>
            <a:chExt cx="4300524" cy="2257604"/>
          </a:xfrm>
        </p:grpSpPr>
        <p:grpSp>
          <p:nvGrpSpPr>
            <p:cNvPr id="33" name="Group 32"/>
            <p:cNvGrpSpPr/>
            <p:nvPr/>
          </p:nvGrpSpPr>
          <p:grpSpPr>
            <a:xfrm>
              <a:off x="3966877" y="2158285"/>
              <a:ext cx="4300524" cy="2257604"/>
              <a:chOff x="2496217" y="2043985"/>
              <a:chExt cx="4300524" cy="2257604"/>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53150" t="54200" r="38188" b="34222"/>
              <a:stretch/>
            </p:blipFill>
            <p:spPr>
              <a:xfrm>
                <a:off x="3722380" y="2519938"/>
                <a:ext cx="1728544" cy="1299550"/>
              </a:xfrm>
              <a:prstGeom prst="rect">
                <a:avLst/>
              </a:prstGeom>
            </p:spPr>
          </p:pic>
          <p:grpSp>
            <p:nvGrpSpPr>
              <p:cNvPr id="25" name="Group 24"/>
              <p:cNvGrpSpPr/>
              <p:nvPr/>
            </p:nvGrpSpPr>
            <p:grpSpPr>
              <a:xfrm rot="10800000">
                <a:off x="3499451" y="3596640"/>
                <a:ext cx="2145098" cy="434340"/>
                <a:chOff x="3489217" y="2164080"/>
                <a:chExt cx="2145098" cy="434340"/>
              </a:xfrm>
            </p:grpSpPr>
            <p:cxnSp>
              <p:nvCxnSpPr>
                <p:cNvPr id="8" name="Straight Connector 7"/>
                <p:cNvCxnSpPr/>
                <p:nvPr/>
              </p:nvCxnSpPr>
              <p:spPr>
                <a:xfrm flipV="1">
                  <a:off x="4561766" y="2164080"/>
                  <a:ext cx="0" cy="434340"/>
                </a:xfrm>
                <a:prstGeom prst="line">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cxnSp>
              <p:nvCxnSpPr>
                <p:cNvPr id="15" name="Elbow Connector 14"/>
                <p:cNvCxnSpPr/>
                <p:nvPr/>
              </p:nvCxnSpPr>
              <p:spPr>
                <a:xfrm rot="16200000" flipV="1">
                  <a:off x="3735095" y="2108702"/>
                  <a:ext cx="235865" cy="727622"/>
                </a:xfrm>
                <a:prstGeom prst="bentConnector2">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5400000" flipH="1" flipV="1">
                  <a:off x="5152571" y="2108702"/>
                  <a:ext cx="235865" cy="727622"/>
                </a:xfrm>
                <a:prstGeom prst="bentConnector2">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5737156" y="3740274"/>
                <a:ext cx="851195" cy="215444"/>
              </a:xfrm>
              <a:prstGeom prst="rect">
                <a:avLst/>
              </a:prstGeom>
            </p:spPr>
            <p:txBody>
              <a:bodyPr wrap="none" lIns="0" tIns="0" rIns="0" bIns="0" rtlCol="0">
                <a:spAutoFit/>
              </a:bodyPr>
              <a:lstStyle/>
              <a:p>
                <a:r>
                  <a:rPr lang="fr-FR" sz="1400" dirty="0">
                    <a:solidFill>
                      <a:schemeClr val="bg2"/>
                    </a:solidFill>
                  </a:rPr>
                  <a:t>Une vidéo</a:t>
                </a:r>
              </a:p>
            </p:txBody>
          </p:sp>
          <p:sp>
            <p:nvSpPr>
              <p:cNvPr id="23" name="TextBox 22"/>
              <p:cNvSpPr txBox="1"/>
              <p:nvPr/>
            </p:nvSpPr>
            <p:spPr>
              <a:xfrm>
                <a:off x="4121781" y="4086145"/>
                <a:ext cx="929743" cy="215444"/>
              </a:xfrm>
              <a:prstGeom prst="rect">
                <a:avLst/>
              </a:prstGeom>
            </p:spPr>
            <p:txBody>
              <a:bodyPr wrap="none" lIns="0" tIns="0" rIns="0" bIns="0" rtlCol="0">
                <a:spAutoFit/>
              </a:bodyPr>
              <a:lstStyle/>
              <a:p>
                <a:pPr algn="ctr"/>
                <a:r>
                  <a:rPr lang="fr-FR" sz="1400" dirty="0">
                    <a:solidFill>
                      <a:schemeClr val="bg2"/>
                    </a:solidFill>
                  </a:rPr>
                  <a:t>Un Clip Art</a:t>
                </a:r>
              </a:p>
            </p:txBody>
          </p:sp>
          <p:sp>
            <p:nvSpPr>
              <p:cNvPr id="24" name="TextBox 23"/>
              <p:cNvSpPr txBox="1"/>
              <p:nvPr/>
            </p:nvSpPr>
            <p:spPr>
              <a:xfrm>
                <a:off x="2529880" y="3740274"/>
                <a:ext cx="886461" cy="215444"/>
              </a:xfrm>
              <a:prstGeom prst="rect">
                <a:avLst/>
              </a:prstGeom>
            </p:spPr>
            <p:txBody>
              <a:bodyPr wrap="none" lIns="0" tIns="0" rIns="0" bIns="0" rtlCol="0">
                <a:spAutoFit/>
              </a:bodyPr>
              <a:lstStyle/>
              <a:p>
                <a:pPr algn="r"/>
                <a:r>
                  <a:rPr lang="fr-FR" sz="1400" dirty="0">
                    <a:solidFill>
                      <a:schemeClr val="bg2"/>
                    </a:solidFill>
                  </a:rPr>
                  <a:t>Une photo</a:t>
                </a:r>
              </a:p>
            </p:txBody>
          </p:sp>
          <p:grpSp>
            <p:nvGrpSpPr>
              <p:cNvPr id="26" name="Group 25"/>
              <p:cNvGrpSpPr/>
              <p:nvPr/>
            </p:nvGrpSpPr>
            <p:grpSpPr>
              <a:xfrm>
                <a:off x="3499451" y="2301240"/>
                <a:ext cx="2145098" cy="434340"/>
                <a:chOff x="3489217" y="2164080"/>
                <a:chExt cx="2145098" cy="434340"/>
              </a:xfrm>
            </p:grpSpPr>
            <p:cxnSp>
              <p:nvCxnSpPr>
                <p:cNvPr id="27" name="Straight Connector 26"/>
                <p:cNvCxnSpPr/>
                <p:nvPr/>
              </p:nvCxnSpPr>
              <p:spPr>
                <a:xfrm flipV="1">
                  <a:off x="4561766" y="2164080"/>
                  <a:ext cx="0" cy="434340"/>
                </a:xfrm>
                <a:prstGeom prst="line">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cxnSp>
              <p:nvCxnSpPr>
                <p:cNvPr id="28" name="Elbow Connector 27"/>
                <p:cNvCxnSpPr/>
                <p:nvPr/>
              </p:nvCxnSpPr>
              <p:spPr>
                <a:xfrm rot="16200000" flipV="1">
                  <a:off x="3735095" y="2108702"/>
                  <a:ext cx="235865" cy="727622"/>
                </a:xfrm>
                <a:prstGeom prst="bentConnector2">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5400000" flipH="1" flipV="1">
                  <a:off x="5152571" y="2108702"/>
                  <a:ext cx="235865" cy="727622"/>
                </a:xfrm>
                <a:prstGeom prst="bentConnector2">
                  <a:avLst/>
                </a:prstGeom>
                <a:ln w="6350" cap="sq">
                  <a:solidFill>
                    <a:schemeClr val="bg1">
                      <a:lumMod val="75000"/>
                    </a:schemeClr>
                  </a:solidFill>
                  <a:miter lim="800000"/>
                  <a:headEnd type="triangle" w="sm" len="sm"/>
                  <a:tailEnd type="none"/>
                </a:ln>
              </p:spPr>
              <p:style>
                <a:lnRef idx="1">
                  <a:schemeClr val="accent1"/>
                </a:lnRef>
                <a:fillRef idx="0">
                  <a:schemeClr val="accent1"/>
                </a:fillRef>
                <a:effectRef idx="0">
                  <a:schemeClr val="accent1"/>
                </a:effectRef>
                <a:fontRef idx="minor">
                  <a:schemeClr val="tx1"/>
                </a:fontRef>
              </p:style>
            </p:cxnSp>
          </p:grpSp>
          <p:sp>
            <p:nvSpPr>
              <p:cNvPr id="30" name="TextBox 29"/>
              <p:cNvSpPr txBox="1"/>
              <p:nvPr/>
            </p:nvSpPr>
            <p:spPr>
              <a:xfrm>
                <a:off x="5737156" y="2376294"/>
                <a:ext cx="1059585" cy="215444"/>
              </a:xfrm>
              <a:prstGeom prst="rect">
                <a:avLst/>
              </a:prstGeom>
            </p:spPr>
            <p:txBody>
              <a:bodyPr wrap="none" lIns="0" tIns="0" rIns="0" bIns="0" rtlCol="0">
                <a:spAutoFit/>
              </a:bodyPr>
              <a:lstStyle/>
              <a:p>
                <a:r>
                  <a:rPr lang="fr-FR" sz="1400" dirty="0">
                    <a:solidFill>
                      <a:schemeClr val="bg2"/>
                    </a:solidFill>
                  </a:rPr>
                  <a:t>Un SmartArt</a:t>
                </a:r>
              </a:p>
            </p:txBody>
          </p:sp>
          <p:sp>
            <p:nvSpPr>
              <p:cNvPr id="31" name="TextBox 30"/>
              <p:cNvSpPr txBox="1"/>
              <p:nvPr/>
            </p:nvSpPr>
            <p:spPr>
              <a:xfrm>
                <a:off x="2496217" y="2376294"/>
                <a:ext cx="920124" cy="215444"/>
              </a:xfrm>
              <a:prstGeom prst="rect">
                <a:avLst/>
              </a:prstGeom>
            </p:spPr>
            <p:txBody>
              <a:bodyPr wrap="none" lIns="0" tIns="0" rIns="0" bIns="0" rtlCol="0">
                <a:spAutoFit/>
              </a:bodyPr>
              <a:lstStyle/>
              <a:p>
                <a:pPr algn="r"/>
                <a:r>
                  <a:rPr lang="fr-FR" sz="1400" dirty="0">
                    <a:solidFill>
                      <a:schemeClr val="bg2"/>
                    </a:solidFill>
                  </a:rPr>
                  <a:t>Un tableau</a:t>
                </a:r>
              </a:p>
            </p:txBody>
          </p:sp>
          <p:sp>
            <p:nvSpPr>
              <p:cNvPr id="32" name="TextBox 31"/>
              <p:cNvSpPr txBox="1"/>
              <p:nvPr/>
            </p:nvSpPr>
            <p:spPr>
              <a:xfrm>
                <a:off x="3959078" y="2043985"/>
                <a:ext cx="1255152" cy="215444"/>
              </a:xfrm>
              <a:prstGeom prst="rect">
                <a:avLst/>
              </a:prstGeom>
            </p:spPr>
            <p:txBody>
              <a:bodyPr wrap="none" lIns="0" tIns="0" rIns="0" bIns="0" rtlCol="0">
                <a:spAutoFit/>
              </a:bodyPr>
              <a:lstStyle/>
              <a:p>
                <a:pPr algn="ctr"/>
                <a:r>
                  <a:rPr lang="fr-FR" sz="1400" dirty="0">
                    <a:solidFill>
                      <a:schemeClr val="bg2"/>
                    </a:solidFill>
                  </a:rPr>
                  <a:t>Un diagramme</a:t>
                </a:r>
              </a:p>
            </p:txBody>
          </p:sp>
        </p:grpSp>
        <p:cxnSp>
          <p:nvCxnSpPr>
            <p:cNvPr id="42" name="Straight Connector 41"/>
            <p:cNvCxnSpPr/>
            <p:nvPr/>
          </p:nvCxnSpPr>
          <p:spPr>
            <a:xfrm>
              <a:off x="6720840" y="2907771"/>
              <a:ext cx="0" cy="696489"/>
            </a:xfrm>
            <a:prstGeom prst="line">
              <a:avLst/>
            </a:prstGeom>
            <a:noFill/>
            <a:ln>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p:nvCxnSpPr>
          <p:spPr>
            <a:xfrm>
              <a:off x="5372100" y="2907771"/>
              <a:ext cx="0" cy="696489"/>
            </a:xfrm>
            <a:prstGeom prst="line">
              <a:avLst/>
            </a:prstGeom>
            <a:noFill/>
            <a:ln>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cxnSp>
      </p:grpSp>
      <p:cxnSp>
        <p:nvCxnSpPr>
          <p:cNvPr id="37" name="Straight Connector 36"/>
          <p:cNvCxnSpPr/>
          <p:nvPr/>
        </p:nvCxnSpPr>
        <p:spPr>
          <a:xfrm>
            <a:off x="2143098" y="2987944"/>
            <a:ext cx="3480462" cy="375894"/>
          </a:xfrm>
          <a:prstGeom prst="line">
            <a:avLst/>
          </a:prstGeom>
          <a:noFill/>
          <a:ln>
            <a:solidFill>
              <a:schemeClr val="bg2"/>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6" name="TextBox 5"/>
          <p:cNvSpPr txBox="1"/>
          <p:nvPr/>
        </p:nvSpPr>
        <p:spPr>
          <a:xfrm>
            <a:off x="5873930" y="4461575"/>
            <a:ext cx="915315" cy="123111"/>
          </a:xfrm>
          <a:prstGeom prst="rect">
            <a:avLst/>
          </a:prstGeom>
        </p:spPr>
        <p:txBody>
          <a:bodyPr wrap="none" lIns="0" tIns="0" rIns="0" bIns="0" rtlCol="0">
            <a:spAutoFit/>
          </a:bodyPr>
          <a:lstStyle/>
          <a:p>
            <a:pPr algn="ctr"/>
            <a:r>
              <a:rPr lang="fr-FR" sz="800" dirty="0">
                <a:solidFill>
                  <a:schemeClr val="tx2"/>
                </a:solidFill>
              </a:rPr>
              <a:t>(pas recommandé)</a:t>
            </a:r>
          </a:p>
        </p:txBody>
      </p:sp>
    </p:spTree>
    <p:extLst>
      <p:ext uri="{BB962C8B-B14F-4D97-AF65-F5344CB8AC3E}">
        <p14:creationId xmlns:p14="http://schemas.microsoft.com/office/powerpoint/2010/main" val="417167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lvl="1"/>
            <a:r>
              <a:rPr lang="fr-FR" dirty="0"/>
              <a:t>Notre modèle ne propose que nos deux polices de marque :</a:t>
            </a:r>
            <a:endParaRPr lang="fr-FR" dirty="0">
              <a:solidFill>
                <a:schemeClr val="bg2"/>
              </a:solidFill>
              <a:latin typeface="Helvetica 55 Roman" panose="020B0604020202020204" pitchFamily="34" charset="0"/>
            </a:endParaRPr>
          </a:p>
        </p:txBody>
      </p:sp>
      <p:sp>
        <p:nvSpPr>
          <p:cNvPr id="3" name="Title 2"/>
          <p:cNvSpPr>
            <a:spLocks noGrp="1"/>
          </p:cNvSpPr>
          <p:nvPr>
            <p:ph type="title"/>
          </p:nvPr>
        </p:nvSpPr>
        <p:spPr/>
        <p:txBody>
          <a:bodyPr/>
          <a:lstStyle/>
          <a:p>
            <a:r>
              <a:rPr lang="fr-FR" dirty="0"/>
              <a:t>Police</a:t>
            </a:r>
          </a:p>
        </p:txBody>
      </p:sp>
      <p:grpSp>
        <p:nvGrpSpPr>
          <p:cNvPr id="30" name="Group 29"/>
          <p:cNvGrpSpPr/>
          <p:nvPr/>
        </p:nvGrpSpPr>
        <p:grpSpPr>
          <a:xfrm>
            <a:off x="2319873" y="1644512"/>
            <a:ext cx="2169414" cy="1725612"/>
            <a:chOff x="2270698" y="1667372"/>
            <a:chExt cx="2169414" cy="1725612"/>
          </a:xfrm>
        </p:grpSpPr>
        <p:grpSp>
          <p:nvGrpSpPr>
            <p:cNvPr id="23" name="Group 22"/>
            <p:cNvGrpSpPr/>
            <p:nvPr/>
          </p:nvGrpSpPr>
          <p:grpSpPr>
            <a:xfrm>
              <a:off x="3962400" y="2551292"/>
              <a:ext cx="477712" cy="841692"/>
              <a:chOff x="4290060" y="1888352"/>
              <a:chExt cx="477712" cy="841692"/>
            </a:xfrm>
          </p:grpSpPr>
          <p:cxnSp>
            <p:nvCxnSpPr>
              <p:cNvPr id="20" name="Elbow Connector 19"/>
              <p:cNvCxnSpPr/>
              <p:nvPr/>
            </p:nvCxnSpPr>
            <p:spPr>
              <a:xfrm flipH="1" flipV="1">
                <a:off x="4757833" y="1888352"/>
                <a:ext cx="9939" cy="841692"/>
              </a:xfrm>
              <a:prstGeom prst="bentConnector3">
                <a:avLst>
                  <a:gd name="adj1" fmla="val 899984"/>
                </a:avLst>
              </a:prstGeom>
              <a:ln w="6350" cap="sq">
                <a:solidFill>
                  <a:schemeClr val="bg1">
                    <a:lumMod val="75000"/>
                  </a:schemeClr>
                </a:solidFill>
                <a:miter lim="800000"/>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290060" y="2309198"/>
                <a:ext cx="381000" cy="0"/>
              </a:xfrm>
              <a:prstGeom prst="line">
                <a:avLst/>
              </a:prstGeom>
              <a:ln w="6350" cap="sq">
                <a:solidFill>
                  <a:schemeClr val="bg1">
                    <a:lumMod val="75000"/>
                  </a:schemeClr>
                </a:solidFill>
                <a:miter lim="800000"/>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3962400" y="1667372"/>
              <a:ext cx="477712" cy="841692"/>
              <a:chOff x="4290060" y="1888352"/>
              <a:chExt cx="477712" cy="841692"/>
            </a:xfrm>
          </p:grpSpPr>
          <p:cxnSp>
            <p:nvCxnSpPr>
              <p:cNvPr id="25" name="Elbow Connector 24"/>
              <p:cNvCxnSpPr/>
              <p:nvPr/>
            </p:nvCxnSpPr>
            <p:spPr>
              <a:xfrm flipH="1" flipV="1">
                <a:off x="4757833" y="1888352"/>
                <a:ext cx="9939" cy="841692"/>
              </a:xfrm>
              <a:prstGeom prst="bentConnector3">
                <a:avLst>
                  <a:gd name="adj1" fmla="val 899984"/>
                </a:avLst>
              </a:prstGeom>
              <a:ln w="6350" cap="sq">
                <a:solidFill>
                  <a:schemeClr val="bg1">
                    <a:lumMod val="75000"/>
                  </a:schemeClr>
                </a:solidFill>
                <a:miter lim="800000"/>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290060" y="2309198"/>
                <a:ext cx="381000" cy="0"/>
              </a:xfrm>
              <a:prstGeom prst="line">
                <a:avLst/>
              </a:prstGeom>
              <a:ln w="6350" cap="sq">
                <a:solidFill>
                  <a:schemeClr val="bg1">
                    <a:lumMod val="75000"/>
                  </a:schemeClr>
                </a:solidFill>
                <a:miter lim="800000"/>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2373336" y="1945422"/>
              <a:ext cx="1669368" cy="307777"/>
            </a:xfrm>
            <a:prstGeom prst="rect">
              <a:avLst/>
            </a:prstGeom>
          </p:spPr>
          <p:txBody>
            <a:bodyPr wrap="none">
              <a:spAutoFit/>
            </a:bodyPr>
            <a:lstStyle/>
            <a:p>
              <a:r>
                <a:rPr lang="fr-FR" sz="1400" spc="-20" dirty="0">
                  <a:solidFill>
                    <a:srgbClr val="FF7900"/>
                  </a:solidFill>
                  <a:latin typeface="Helvetica 75 Bold" panose="020B0804020202020204" pitchFamily="34" charset="0"/>
                </a:rPr>
                <a:t>Helvetica 75 Bold </a:t>
              </a:r>
              <a:endParaRPr lang="fr-FR" dirty="0"/>
            </a:p>
          </p:txBody>
        </p:sp>
        <p:sp>
          <p:nvSpPr>
            <p:cNvPr id="28" name="Rectangle 27"/>
            <p:cNvSpPr/>
            <p:nvPr/>
          </p:nvSpPr>
          <p:spPr>
            <a:xfrm>
              <a:off x="2270698" y="2824874"/>
              <a:ext cx="1752724" cy="286232"/>
            </a:xfrm>
            <a:prstGeom prst="rect">
              <a:avLst/>
            </a:prstGeom>
          </p:spPr>
          <p:txBody>
            <a:bodyPr wrap="none">
              <a:spAutoFit/>
            </a:bodyPr>
            <a:lstStyle/>
            <a:p>
              <a:pPr marL="0" lvl="1">
                <a:lnSpc>
                  <a:spcPct val="90000"/>
                </a:lnSpc>
                <a:spcBef>
                  <a:spcPts val="600"/>
                </a:spcBef>
                <a:buClr>
                  <a:srgbClr val="FFFFFF"/>
                </a:buClr>
                <a:buSzPct val="25000"/>
              </a:pPr>
              <a:r>
                <a:rPr lang="fr-FR" sz="1400" spc="-20" dirty="0">
                  <a:solidFill>
                    <a:srgbClr val="FF7900"/>
                  </a:solidFill>
                  <a:latin typeface="Helvetica 55 Roman" panose="020B0604020202020204" pitchFamily="34" charset="0"/>
                </a:rPr>
                <a:t>Helvetica 55 Roman</a:t>
              </a:r>
            </a:p>
          </p:txBody>
        </p:sp>
      </p:grpSp>
      <p:sp>
        <p:nvSpPr>
          <p:cNvPr id="29" name="Rectangle 28"/>
          <p:cNvSpPr/>
          <p:nvPr/>
        </p:nvSpPr>
        <p:spPr>
          <a:xfrm>
            <a:off x="313199" y="3721289"/>
            <a:ext cx="8516475" cy="593853"/>
          </a:xfrm>
          <a:prstGeom prst="rect">
            <a:avLst/>
          </a:prstGeom>
        </p:spPr>
        <p:txBody>
          <a:bodyPr vert="horz" lIns="0" tIns="0" rIns="0" bIns="0" rtlCol="0">
            <a:noAutofit/>
          </a:bodyPr>
          <a:lstStyle/>
          <a:p>
            <a:pPr marL="0" lvl="1">
              <a:lnSpc>
                <a:spcPct val="90000"/>
              </a:lnSpc>
              <a:spcBef>
                <a:spcPts val="600"/>
              </a:spcBef>
              <a:buClr>
                <a:schemeClr val="bg1"/>
              </a:buClr>
              <a:buSzPct val="25000"/>
              <a:buFont typeface="Calibri" panose="020F0502020204030204" pitchFamily="34" charset="0"/>
              <a:buNone/>
            </a:pPr>
            <a:r>
              <a:rPr lang="fr-FR" sz="1400" spc="-20" dirty="0">
                <a:latin typeface="Helvetica 75 Bold" panose="020B0804020202020204" pitchFamily="34" charset="0"/>
              </a:rPr>
              <a:t>Tout nouveau contenu utilisera automatiquement ces polices, utilisez les différents niveaux et passer de l’un à l’autre pour ajuster la taille souhaitée. Consultez la page </a:t>
            </a:r>
            <a:r>
              <a:rPr lang="fr-FR" sz="1400" spc="-20" dirty="0">
                <a:solidFill>
                  <a:schemeClr val="bg2"/>
                </a:solidFill>
                <a:latin typeface="Helvetica 75 Bold" panose="020B0804020202020204" pitchFamily="34" charset="0"/>
              </a:rPr>
              <a:t>Niveaux et puces </a:t>
            </a:r>
            <a:r>
              <a:rPr lang="fr-FR" sz="1400" spc="-20" dirty="0">
                <a:latin typeface="Helvetica 75 Bold" panose="020B0804020202020204" pitchFamily="34" charset="0"/>
              </a:rPr>
              <a:t>pour en savoir plus.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436" y="1752767"/>
            <a:ext cx="2520844" cy="1518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865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1628640"/>
            <a:ext cx="3096344" cy="130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8515350" cy="310529"/>
          </a:xfrm>
        </p:spPr>
        <p:txBody>
          <a:bodyPr/>
          <a:lstStyle/>
          <a:p>
            <a:pPr lvl="1"/>
            <a:r>
              <a:rPr lang="fr-FR" dirty="0"/>
              <a:t>Les boutons en orange ci dessous vous permettent de passer facilement d’un niveau à un autre en utilisant le masque principal :</a:t>
            </a:r>
          </a:p>
        </p:txBody>
      </p:sp>
      <p:sp>
        <p:nvSpPr>
          <p:cNvPr id="3" name="Title 2"/>
          <p:cNvSpPr>
            <a:spLocks noGrp="1"/>
          </p:cNvSpPr>
          <p:nvPr>
            <p:ph type="title"/>
          </p:nvPr>
        </p:nvSpPr>
        <p:spPr/>
        <p:txBody>
          <a:bodyPr/>
          <a:lstStyle/>
          <a:p>
            <a:r>
              <a:rPr lang="fr-FR" dirty="0"/>
              <a:t>Niveaux et puces</a:t>
            </a:r>
          </a:p>
        </p:txBody>
      </p:sp>
      <p:sp>
        <p:nvSpPr>
          <p:cNvPr id="2" name="Rectangle 1"/>
          <p:cNvSpPr/>
          <p:nvPr/>
        </p:nvSpPr>
        <p:spPr>
          <a:xfrm>
            <a:off x="313199" y="3084329"/>
            <a:ext cx="8516475" cy="1359629"/>
          </a:xfrm>
          <a:prstGeom prst="rect">
            <a:avLst/>
          </a:prstGeom>
        </p:spPr>
        <p:txBody>
          <a:bodyPr vert="horz" lIns="0" tIns="0" rIns="0" bIns="0" rtlCol="0">
            <a:noAutofit/>
          </a:bodyPr>
          <a:lstStyle/>
          <a:p>
            <a:pPr marL="0" lvl="1">
              <a:lnSpc>
                <a:spcPct val="90000"/>
              </a:lnSpc>
              <a:spcBef>
                <a:spcPts val="600"/>
              </a:spcBef>
              <a:buClr>
                <a:schemeClr val="bg1"/>
              </a:buClr>
              <a:buSzPct val="25000"/>
              <a:buFont typeface="Calibri" panose="020F0502020204030204" pitchFamily="34" charset="0"/>
              <a:buNone/>
            </a:pPr>
            <a:r>
              <a:rPr lang="fr-FR" sz="1400" spc="-20" dirty="0">
                <a:latin typeface="Helvetica 75 Bold" panose="020B0804020202020204" pitchFamily="34" charset="0"/>
              </a:rPr>
              <a:t>Le bouton de droite vous permet d’utiliser des niveaux inférieurs, celui de gauche de remonter les niveaux.</a:t>
            </a:r>
          </a:p>
          <a:p>
            <a:pPr marL="0" lvl="1">
              <a:lnSpc>
                <a:spcPct val="90000"/>
              </a:lnSpc>
              <a:spcBef>
                <a:spcPts val="600"/>
              </a:spcBef>
              <a:buClr>
                <a:schemeClr val="bg1"/>
              </a:buClr>
              <a:buSzPct val="25000"/>
              <a:buFont typeface="Calibri" panose="020F0502020204030204" pitchFamily="34" charset="0"/>
              <a:buNone/>
            </a:pPr>
            <a:r>
              <a:rPr lang="fr-FR" sz="1400" spc="-20" dirty="0">
                <a:latin typeface="Helvetica 75 Bold" panose="020B0804020202020204" pitchFamily="34" charset="0"/>
              </a:rPr>
              <a:t>Nous vous recommandons d’utiliser ces boutons pour rendre vos listes à puces cohérentes.</a:t>
            </a:r>
          </a:p>
          <a:p>
            <a:pPr marL="0" lvl="1">
              <a:lnSpc>
                <a:spcPct val="90000"/>
              </a:lnSpc>
              <a:spcBef>
                <a:spcPts val="600"/>
              </a:spcBef>
              <a:buClr>
                <a:schemeClr val="bg1"/>
              </a:buClr>
              <a:buSzPct val="25000"/>
              <a:buFont typeface="Calibri" panose="020F0502020204030204" pitchFamily="34" charset="0"/>
              <a:buNone/>
            </a:pPr>
            <a:r>
              <a:rPr lang="fr-FR" sz="1400" spc="-20" dirty="0">
                <a:solidFill>
                  <a:schemeClr val="bg2"/>
                </a:solidFill>
                <a:latin typeface="Helvetica 75 Bold" panose="020B0804020202020204" pitchFamily="34" charset="0"/>
              </a:rPr>
              <a:t>Attention : </a:t>
            </a:r>
            <a:r>
              <a:rPr lang="fr-FR" sz="1400" spc="-20" dirty="0">
                <a:latin typeface="Helvetica 75 Bold" panose="020B0804020202020204" pitchFamily="34" charset="0"/>
              </a:rPr>
              <a:t>l’utilisation de la touche </a:t>
            </a:r>
            <a:r>
              <a:rPr lang="fr-FR" sz="1400" spc="-20" dirty="0">
                <a:solidFill>
                  <a:srgbClr val="FF7900"/>
                </a:solidFill>
                <a:latin typeface="Helvetica 75 Bold" panose="020B0804020202020204" pitchFamily="34" charset="0"/>
              </a:rPr>
              <a:t>tabulation</a:t>
            </a:r>
            <a:r>
              <a:rPr lang="fr-FR" sz="1400" spc="-20" dirty="0">
                <a:latin typeface="Helvetica 75 Bold" panose="020B0804020202020204" pitchFamily="34" charset="0"/>
              </a:rPr>
              <a:t> n’est </a:t>
            </a:r>
            <a:r>
              <a:rPr lang="fr-FR" sz="1400" spc="-20" dirty="0">
                <a:solidFill>
                  <a:srgbClr val="FF7900"/>
                </a:solidFill>
                <a:latin typeface="Helvetica 75 Bold" panose="020B0804020202020204" pitchFamily="34" charset="0"/>
              </a:rPr>
              <a:t>pas recommandée </a:t>
            </a:r>
            <a:r>
              <a:rPr lang="fr-FR" sz="1400" spc="-20" dirty="0">
                <a:latin typeface="Helvetica 75 Bold" panose="020B0804020202020204" pitchFamily="34" charset="0"/>
              </a:rPr>
              <a:t>car elle ne permet pas d’utiliser les niveaux prédéfinis.</a:t>
            </a:r>
          </a:p>
        </p:txBody>
      </p:sp>
      <p:sp>
        <p:nvSpPr>
          <p:cNvPr id="18" name="Rectangle 17"/>
          <p:cNvSpPr/>
          <p:nvPr/>
        </p:nvSpPr>
        <p:spPr>
          <a:xfrm>
            <a:off x="3310730" y="1790919"/>
            <a:ext cx="192580" cy="16002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436" y="1690301"/>
            <a:ext cx="1584176" cy="9543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40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8833" y="2706513"/>
            <a:ext cx="2660833" cy="1579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8515350" cy="958601"/>
          </a:xfrm>
        </p:spPr>
        <p:txBody>
          <a:bodyPr/>
          <a:lstStyle/>
          <a:p>
            <a:pPr lvl="1"/>
            <a:r>
              <a:rPr lang="fr-FR" dirty="0"/>
              <a:t>Les options d’interlignage permettent de répartir facilement l’espace entre les lignes. </a:t>
            </a:r>
          </a:p>
          <a:p>
            <a:pPr lvl="1"/>
            <a:r>
              <a:rPr lang="fr-FR" dirty="0"/>
              <a:t>Les différents niveaux tiennent compte d’un interlignage optimisé mais parfois en fonction de votre contenu vous pouvez être amené à modifier cet interlignage. </a:t>
            </a:r>
          </a:p>
          <a:p>
            <a:pPr lvl="1"/>
            <a:r>
              <a:rPr lang="fr-FR" dirty="0"/>
              <a:t>Sélectionner le texte que vous souhaitez ajuster et dans </a:t>
            </a:r>
            <a:r>
              <a:rPr lang="fr-FR" dirty="0">
                <a:solidFill>
                  <a:schemeClr val="bg2"/>
                </a:solidFill>
              </a:rPr>
              <a:t>Accueil </a:t>
            </a:r>
            <a:r>
              <a:rPr lang="fr-FR" dirty="0"/>
              <a:t>cliquer dans l’onglet </a:t>
            </a:r>
            <a:r>
              <a:rPr lang="fr-FR" dirty="0">
                <a:solidFill>
                  <a:schemeClr val="bg2"/>
                </a:solidFill>
              </a:rPr>
              <a:t>Interligne :</a:t>
            </a:r>
          </a:p>
        </p:txBody>
      </p:sp>
      <p:sp>
        <p:nvSpPr>
          <p:cNvPr id="3" name="Title 2"/>
          <p:cNvSpPr>
            <a:spLocks noGrp="1"/>
          </p:cNvSpPr>
          <p:nvPr>
            <p:ph type="title"/>
          </p:nvPr>
        </p:nvSpPr>
        <p:spPr/>
        <p:txBody>
          <a:bodyPr/>
          <a:lstStyle/>
          <a:p>
            <a:r>
              <a:rPr lang="fr-FR" dirty="0"/>
              <a:t>Interlignage</a:t>
            </a:r>
          </a:p>
        </p:txBody>
      </p:sp>
      <p:grpSp>
        <p:nvGrpSpPr>
          <p:cNvPr id="29" name="Group 28"/>
          <p:cNvGrpSpPr/>
          <p:nvPr/>
        </p:nvGrpSpPr>
        <p:grpSpPr>
          <a:xfrm>
            <a:off x="3063240" y="3365415"/>
            <a:ext cx="5766436" cy="912882"/>
            <a:chOff x="3093498" y="2996178"/>
            <a:chExt cx="5766436" cy="912882"/>
          </a:xfrm>
        </p:grpSpPr>
        <p:sp>
          <p:nvSpPr>
            <p:cNvPr id="17" name="Rectangle 16"/>
            <p:cNvSpPr/>
            <p:nvPr/>
          </p:nvSpPr>
          <p:spPr>
            <a:xfrm>
              <a:off x="7576890" y="2996178"/>
              <a:ext cx="1283044" cy="286232"/>
            </a:xfrm>
            <a:prstGeom prst="rect">
              <a:avLst/>
            </a:prstGeom>
          </p:spPr>
          <p:txBody>
            <a:bodyPr vert="horz" lIns="0" tIns="0" rIns="0" bIns="0" rtlCol="0">
              <a:noAutofit/>
            </a:bodyPr>
            <a:lstStyle/>
            <a:p>
              <a:pPr marL="0" lvl="1">
                <a:lnSpc>
                  <a:spcPct val="90000"/>
                </a:lnSpc>
                <a:spcBef>
                  <a:spcPts val="600"/>
                </a:spcBef>
                <a:buClr>
                  <a:schemeClr val="bg1"/>
                </a:buClr>
                <a:buSzPct val="25000"/>
                <a:buFont typeface="Calibri" panose="020F0502020204030204" pitchFamily="34" charset="0"/>
                <a:buNone/>
              </a:pPr>
              <a:r>
                <a:rPr lang="fr-FR" sz="1400" spc="-20" dirty="0">
                  <a:latin typeface="Helvetica 75 Bold" panose="020B0804020202020204" pitchFamily="34" charset="0"/>
                </a:rPr>
                <a:t>Un indice inférieur à 1 resserrera l’espace entre les lignes</a:t>
              </a:r>
            </a:p>
          </p:txBody>
        </p:sp>
        <p:sp>
          <p:nvSpPr>
            <p:cNvPr id="18" name="Rectangle 17"/>
            <p:cNvSpPr/>
            <p:nvPr/>
          </p:nvSpPr>
          <p:spPr>
            <a:xfrm>
              <a:off x="3093498" y="2996178"/>
              <a:ext cx="1423463" cy="286232"/>
            </a:xfrm>
            <a:prstGeom prst="rect">
              <a:avLst/>
            </a:prstGeom>
          </p:spPr>
          <p:txBody>
            <a:bodyPr vert="horz" lIns="0" tIns="0" rIns="0" bIns="0" rtlCol="0">
              <a:noAutofit/>
            </a:bodyPr>
            <a:lstStyle/>
            <a:p>
              <a:pPr marL="0" lvl="1" algn="r">
                <a:lnSpc>
                  <a:spcPct val="90000"/>
                </a:lnSpc>
                <a:spcBef>
                  <a:spcPts val="600"/>
                </a:spcBef>
                <a:buClr>
                  <a:schemeClr val="bg1"/>
                </a:buClr>
                <a:buSzPct val="25000"/>
                <a:buFont typeface="Calibri" panose="020F0502020204030204" pitchFamily="34" charset="0"/>
                <a:buNone/>
              </a:pPr>
              <a:r>
                <a:rPr lang="fr-FR" sz="1400" spc="-20" dirty="0">
                  <a:latin typeface="Helvetica 75 Bold" panose="020B0804020202020204" pitchFamily="34" charset="0"/>
                </a:rPr>
                <a:t>Augmenter l’espace Avant ou Après modifiera l’espace entre vos paragraphes</a:t>
              </a:r>
            </a:p>
          </p:txBody>
        </p:sp>
        <p:sp>
          <p:nvSpPr>
            <p:cNvPr id="19" name="Rectangle 18"/>
            <p:cNvSpPr/>
            <p:nvPr/>
          </p:nvSpPr>
          <p:spPr>
            <a:xfrm>
              <a:off x="6049507" y="3219822"/>
              <a:ext cx="1242833" cy="453018"/>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20" name="Rectangle 19"/>
            <p:cNvSpPr/>
            <p:nvPr/>
          </p:nvSpPr>
          <p:spPr>
            <a:xfrm>
              <a:off x="4860032" y="3219822"/>
              <a:ext cx="923548" cy="453018"/>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cxnSp>
          <p:nvCxnSpPr>
            <p:cNvPr id="22" name="Straight Connector 21"/>
            <p:cNvCxnSpPr/>
            <p:nvPr/>
          </p:nvCxnSpPr>
          <p:spPr>
            <a:xfrm>
              <a:off x="4646280" y="3454122"/>
              <a:ext cx="207660" cy="0"/>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p:cNvCxnSpPr/>
            <p:nvPr/>
          </p:nvCxnSpPr>
          <p:spPr>
            <a:xfrm>
              <a:off x="4650810" y="2996178"/>
              <a:ext cx="0" cy="912882"/>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p:nvCxnSpPr>
          <p:spPr>
            <a:xfrm>
              <a:off x="7282800" y="3454122"/>
              <a:ext cx="207660" cy="0"/>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p:nvCxnSpPr>
          <p:spPr>
            <a:xfrm>
              <a:off x="7485450" y="2996178"/>
              <a:ext cx="0" cy="912882"/>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5" name="Groupe 4"/>
          <p:cNvGrpSpPr/>
          <p:nvPr/>
        </p:nvGrpSpPr>
        <p:grpSpPr>
          <a:xfrm>
            <a:off x="323528" y="2276958"/>
            <a:ext cx="2477651" cy="1391824"/>
            <a:chOff x="323528" y="2276958"/>
            <a:chExt cx="2477651" cy="1391824"/>
          </a:xfrm>
        </p:grpSpPr>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708" r="43012" b="70987"/>
            <a:stretch/>
          </p:blipFill>
          <p:spPr bwMode="auto">
            <a:xfrm>
              <a:off x="323528" y="2276958"/>
              <a:ext cx="2477651" cy="1391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324794" y="3291830"/>
              <a:ext cx="1224136" cy="286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grpSp>
    </p:spTree>
    <p:extLst>
      <p:ext uri="{BB962C8B-B14F-4D97-AF65-F5344CB8AC3E}">
        <p14:creationId xmlns:p14="http://schemas.microsoft.com/office/powerpoint/2010/main" val="1147540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1748988"/>
            <a:ext cx="2846528" cy="1610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8126" b="60476"/>
          <a:stretch/>
        </p:blipFill>
        <p:spPr bwMode="auto">
          <a:xfrm>
            <a:off x="334189" y="1851670"/>
            <a:ext cx="2428441" cy="1882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8515350" cy="454545"/>
          </a:xfrm>
        </p:spPr>
        <p:txBody>
          <a:bodyPr/>
          <a:lstStyle/>
          <a:p>
            <a:pPr lvl="1"/>
            <a:r>
              <a:rPr lang="fr-FR" dirty="0"/>
              <a:t>Nous proposons quatre combinaisons colorielles applicables dans vos présentations. Les combinaisons peuvent être modifiées dans le menu </a:t>
            </a:r>
            <a:r>
              <a:rPr lang="fr-FR" dirty="0">
                <a:solidFill>
                  <a:srgbClr val="FF7900"/>
                </a:solidFill>
              </a:rPr>
              <a:t>Création </a:t>
            </a:r>
            <a:r>
              <a:rPr lang="fr-FR" dirty="0"/>
              <a:t>en sélectionnant l’onglet </a:t>
            </a:r>
            <a:r>
              <a:rPr lang="fr-FR" dirty="0">
                <a:solidFill>
                  <a:srgbClr val="FF7900"/>
                </a:solidFill>
              </a:rPr>
              <a:t>Couleurs</a:t>
            </a:r>
            <a:r>
              <a:rPr lang="fr-FR" dirty="0"/>
              <a:t> :</a:t>
            </a:r>
          </a:p>
        </p:txBody>
      </p:sp>
      <p:sp>
        <p:nvSpPr>
          <p:cNvPr id="3" name="Title 2"/>
          <p:cNvSpPr>
            <a:spLocks noGrp="1"/>
          </p:cNvSpPr>
          <p:nvPr>
            <p:ph type="title"/>
          </p:nvPr>
        </p:nvSpPr>
        <p:spPr/>
        <p:txBody>
          <a:bodyPr/>
          <a:lstStyle/>
          <a:p>
            <a:r>
              <a:rPr lang="fr-FR" dirty="0"/>
              <a:t>Combinaison des couleurs (fichiers XML)</a:t>
            </a:r>
          </a:p>
        </p:txBody>
      </p:sp>
      <p:sp>
        <p:nvSpPr>
          <p:cNvPr id="6" name="Rectangle 5"/>
          <p:cNvSpPr/>
          <p:nvPr/>
        </p:nvSpPr>
        <p:spPr>
          <a:xfrm>
            <a:off x="313199" y="4120529"/>
            <a:ext cx="8516475" cy="539453"/>
          </a:xfrm>
          <a:prstGeom prst="rect">
            <a:avLst/>
          </a:prstGeom>
        </p:spPr>
        <p:txBody>
          <a:bodyPr vert="horz" lIns="0" tIns="0" rIns="0" bIns="0" rtlCol="0" anchor="b">
            <a:noAutofit/>
          </a:bodyPr>
          <a:lstStyle/>
          <a:p>
            <a:pPr marL="0" lvl="1">
              <a:lnSpc>
                <a:spcPct val="90000"/>
              </a:lnSpc>
              <a:spcBef>
                <a:spcPts val="600"/>
              </a:spcBef>
              <a:buClr>
                <a:schemeClr val="bg1"/>
              </a:buClr>
              <a:buSzPct val="25000"/>
              <a:buFont typeface="Calibri" panose="020F0502020204030204" pitchFamily="34" charset="0"/>
              <a:buNone/>
            </a:pPr>
            <a:r>
              <a:rPr lang="fr-FR" sz="1400" spc="-20" dirty="0">
                <a:solidFill>
                  <a:schemeClr val="bg2"/>
                </a:solidFill>
                <a:latin typeface="Helvetica 75 Bold" panose="020B0804020202020204" pitchFamily="34" charset="0"/>
              </a:rPr>
              <a:t>Installer les </a:t>
            </a:r>
            <a:r>
              <a:rPr lang="fr-FR" sz="1400" spc="-20" dirty="0">
                <a:solidFill>
                  <a:srgbClr val="FF7900"/>
                </a:solidFill>
                <a:latin typeface="Helvetica 75 Bold" panose="020B0804020202020204" pitchFamily="34" charset="0"/>
              </a:rPr>
              <a:t>fichiers XML de combinaisons </a:t>
            </a:r>
            <a:r>
              <a:rPr lang="fr-FR" sz="1400" spc="-20" dirty="0">
                <a:solidFill>
                  <a:schemeClr val="bg2"/>
                </a:solidFill>
                <a:latin typeface="Helvetica 75 Bold" panose="020B0804020202020204" pitchFamily="34" charset="0"/>
              </a:rPr>
              <a:t>de couleurs (l’aide des services informatiques pourra parfois être nécessaire) : </a:t>
            </a:r>
            <a:r>
              <a:rPr lang="fr-FR" sz="1400" spc="-20" dirty="0">
                <a:latin typeface="Helvetica 75 Bold" panose="020B0804020202020204" pitchFamily="34" charset="0"/>
              </a:rPr>
              <a:t>copier</a:t>
            </a:r>
            <a:r>
              <a:rPr lang="fr-FR" sz="1400" spc="-20" dirty="0">
                <a:solidFill>
                  <a:schemeClr val="bg2"/>
                </a:solidFill>
                <a:latin typeface="Helvetica 75 Bold" panose="020B0804020202020204" pitchFamily="34" charset="0"/>
              </a:rPr>
              <a:t> </a:t>
            </a:r>
            <a:r>
              <a:rPr lang="fr-FR" sz="1400" spc="-20" dirty="0">
                <a:latin typeface="Helvetica 75 Bold" panose="020B0804020202020204" pitchFamily="34" charset="0"/>
              </a:rPr>
              <a:t>les fichiers XML dans ce dossier : C:\Utilisateur\[</a:t>
            </a:r>
            <a:r>
              <a:rPr lang="fr-FR" sz="1400" spc="-20" dirty="0">
                <a:solidFill>
                  <a:schemeClr val="accent1"/>
                </a:solidFill>
                <a:latin typeface="Helvetica 75 Bold" panose="020B0804020202020204" pitchFamily="34" charset="0"/>
              </a:rPr>
              <a:t>ID_utilisateur</a:t>
            </a:r>
            <a:r>
              <a:rPr lang="fr-FR" sz="1400" spc="-20" dirty="0">
                <a:latin typeface="Helvetica 75 Bold" panose="020B0804020202020204" pitchFamily="34" charset="0"/>
              </a:rPr>
              <a:t>]\AppData\Roaming\Microsoft\Templates\Document Themes\Theme Color</a:t>
            </a:r>
          </a:p>
        </p:txBody>
      </p:sp>
      <p:sp>
        <p:nvSpPr>
          <p:cNvPr id="17" name="Content Placeholder 3"/>
          <p:cNvSpPr txBox="1">
            <a:spLocks/>
          </p:cNvSpPr>
          <p:nvPr/>
        </p:nvSpPr>
        <p:spPr>
          <a:xfrm>
            <a:off x="2938676" y="1851670"/>
            <a:ext cx="1983844" cy="1998886"/>
          </a:xfrm>
          <a:prstGeom prst="rect">
            <a:avLst/>
          </a:prstGeom>
        </p:spPr>
        <p:txBody>
          <a:bodyPr vert="horz" lIns="0" tIns="0" rIns="0" bIns="0" rtlCol="0" anchor="ctr">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dirty="0"/>
              <a:t>Comme vous le voyez ici il existe des combinaisons noires ou blanches avec nos couleurs principales ou secondaires qui peuvent s’adapter aux présentations que vous souhaitez créer. </a:t>
            </a:r>
            <a:r>
              <a:rPr lang="fr-FR" dirty="0">
                <a:solidFill>
                  <a:srgbClr val="FF7900"/>
                </a:solidFill>
              </a:rPr>
              <a:t>Il est ainsi très facile de passer d’un fond noir à un fond blanc.</a:t>
            </a:r>
          </a:p>
        </p:txBody>
      </p:sp>
      <p:sp>
        <p:nvSpPr>
          <p:cNvPr id="19" name="Rectangle 18"/>
          <p:cNvSpPr/>
          <p:nvPr/>
        </p:nvSpPr>
        <p:spPr>
          <a:xfrm>
            <a:off x="883920" y="2274277"/>
            <a:ext cx="1699482" cy="559776"/>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cxnSp>
        <p:nvCxnSpPr>
          <p:cNvPr id="20" name="Straight Connector 19"/>
          <p:cNvCxnSpPr/>
          <p:nvPr/>
        </p:nvCxnSpPr>
        <p:spPr>
          <a:xfrm>
            <a:off x="2573862" y="2561956"/>
            <a:ext cx="268398" cy="0"/>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p:nvCxnSpPr>
        <p:spPr>
          <a:xfrm>
            <a:off x="2845092" y="1847557"/>
            <a:ext cx="0" cy="1836420"/>
          </a:xfrm>
          <a:prstGeom prst="lin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pic>
        <p:nvPicPr>
          <p:cNvPr id="717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5755" y="2154348"/>
            <a:ext cx="2846528" cy="1615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243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9156" y="1181102"/>
            <a:ext cx="3950520" cy="2768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4257674" cy="3370262"/>
          </a:xfrm>
        </p:spPr>
        <p:txBody>
          <a:bodyPr/>
          <a:lstStyle/>
          <a:p>
            <a:pPr lvl="1"/>
            <a:r>
              <a:rPr lang="fr-FR" dirty="0"/>
              <a:t>Parfois les numéros de pages peuvent être accidentellement invisibles dans une diapo. Si c’est le cas vous pouvez utiliser dans le menu </a:t>
            </a:r>
            <a:r>
              <a:rPr lang="fr-FR" dirty="0">
                <a:solidFill>
                  <a:srgbClr val="FF7900"/>
                </a:solidFill>
              </a:rPr>
              <a:t>Insertion</a:t>
            </a:r>
            <a:r>
              <a:rPr lang="fr-FR" dirty="0"/>
              <a:t> l’onglet </a:t>
            </a:r>
            <a:r>
              <a:rPr lang="fr-FR" dirty="0">
                <a:solidFill>
                  <a:srgbClr val="FF7900"/>
                </a:solidFill>
              </a:rPr>
              <a:t>Numéro de diapositive</a:t>
            </a:r>
            <a:r>
              <a:rPr lang="fr-FR" dirty="0">
                <a:solidFill>
                  <a:schemeClr val="bg2"/>
                </a:solidFill>
              </a:rPr>
              <a:t>. </a:t>
            </a:r>
          </a:p>
          <a:p>
            <a:pPr lvl="1"/>
            <a:r>
              <a:rPr lang="fr-FR" dirty="0"/>
              <a:t>Dans le menu proposé, sélectionner </a:t>
            </a:r>
            <a:r>
              <a:rPr lang="fr-FR" dirty="0">
                <a:solidFill>
                  <a:srgbClr val="FF7900"/>
                </a:solidFill>
              </a:rPr>
              <a:t>Numéro de diapositive </a:t>
            </a:r>
            <a:r>
              <a:rPr lang="fr-FR" dirty="0"/>
              <a:t>et cliquer sur </a:t>
            </a:r>
            <a:r>
              <a:rPr lang="fr-FR" dirty="0">
                <a:solidFill>
                  <a:schemeClr val="bg2"/>
                </a:solidFill>
              </a:rPr>
              <a:t>Appliquer partout. </a:t>
            </a:r>
          </a:p>
        </p:txBody>
      </p:sp>
      <p:sp>
        <p:nvSpPr>
          <p:cNvPr id="3" name="Title 2"/>
          <p:cNvSpPr>
            <a:spLocks noGrp="1"/>
          </p:cNvSpPr>
          <p:nvPr>
            <p:ph type="title"/>
          </p:nvPr>
        </p:nvSpPr>
        <p:spPr/>
        <p:txBody>
          <a:bodyPr/>
          <a:lstStyle/>
          <a:p>
            <a:r>
              <a:rPr lang="fr-FR" dirty="0"/>
              <a:t>Rendre le numéro de page visible</a:t>
            </a:r>
          </a:p>
        </p:txBody>
      </p:sp>
      <p:sp>
        <p:nvSpPr>
          <p:cNvPr id="11" name="Rectangle 10"/>
          <p:cNvSpPr/>
          <p:nvPr/>
        </p:nvSpPr>
        <p:spPr>
          <a:xfrm>
            <a:off x="5050754" y="2886677"/>
            <a:ext cx="1033414" cy="224457"/>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2" name="Rectangle 11"/>
          <p:cNvSpPr/>
          <p:nvPr/>
        </p:nvSpPr>
        <p:spPr>
          <a:xfrm>
            <a:off x="7875403" y="1635646"/>
            <a:ext cx="809026" cy="29718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Tree>
    <p:extLst>
      <p:ext uri="{BB962C8B-B14F-4D97-AF65-F5344CB8AC3E}">
        <p14:creationId xmlns:p14="http://schemas.microsoft.com/office/powerpoint/2010/main" val="14274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6073" t="40280" r="46669" b="29860"/>
          <a:stretch/>
        </p:blipFill>
        <p:spPr bwMode="auto">
          <a:xfrm>
            <a:off x="118346" y="2967650"/>
            <a:ext cx="1664674"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8515349" cy="1822697"/>
          </a:xfrm>
        </p:spPr>
        <p:txBody>
          <a:bodyPr/>
          <a:lstStyle/>
          <a:p>
            <a:r>
              <a:rPr lang="fr-FR" dirty="0">
                <a:solidFill>
                  <a:schemeClr val="tx1"/>
                </a:solidFill>
              </a:rPr>
              <a:t>Pour copier du contenu d'une présentation existante qui utilise un ancien modèle ou un modèle différent, </a:t>
            </a:r>
            <a:r>
              <a:rPr lang="fr-FR" dirty="0">
                <a:solidFill>
                  <a:srgbClr val="FF7900"/>
                </a:solidFill>
              </a:rPr>
              <a:t>ne copiez jamais les diapositives telles quelles </a:t>
            </a:r>
            <a:r>
              <a:rPr lang="fr-FR" dirty="0">
                <a:solidFill>
                  <a:schemeClr val="tx1"/>
                </a:solidFill>
              </a:rPr>
              <a:t>dans votre présentation. Non seulement cela affectera la mise en page mais cela ajoutera automatiquement de nouveaux modèles de diapositive (dispositions) dans le masque des diapositives qui ne seront pas nécessairement conformes et qui pourront affecter le poids de votre fichier.</a:t>
            </a:r>
          </a:p>
          <a:p>
            <a:r>
              <a:rPr lang="fr-FR" dirty="0">
                <a:solidFill>
                  <a:schemeClr val="tx1"/>
                </a:solidFill>
              </a:rPr>
              <a:t>La bonne pratique consiste à faire des « copier/coller » </a:t>
            </a:r>
            <a:r>
              <a:rPr lang="fr-FR" dirty="0">
                <a:solidFill>
                  <a:srgbClr val="FF7900"/>
                </a:solidFill>
              </a:rPr>
              <a:t>des éléments individuels </a:t>
            </a:r>
            <a:r>
              <a:rPr lang="fr-FR" dirty="0">
                <a:solidFill>
                  <a:schemeClr val="tx1"/>
                </a:solidFill>
              </a:rPr>
              <a:t>dans votre diapositive. Par exemple, si vous avez une zone de texte avec une grande quantité de texte, copiez et collez le texte dans une nouvelle zone de texte d’une diapo. Assurez-vous que vous utilisez l'option correcte pour mettre en forme le texte dans le style de la diapo de la présentation.</a:t>
            </a:r>
          </a:p>
        </p:txBody>
      </p:sp>
      <p:sp>
        <p:nvSpPr>
          <p:cNvPr id="3" name="Title 2"/>
          <p:cNvSpPr>
            <a:spLocks noGrp="1"/>
          </p:cNvSpPr>
          <p:nvPr>
            <p:ph type="title"/>
          </p:nvPr>
        </p:nvSpPr>
        <p:spPr/>
        <p:txBody>
          <a:bodyPr/>
          <a:lstStyle/>
          <a:p>
            <a:r>
              <a:rPr lang="fr-FR" dirty="0"/>
              <a:t>Copier et coller du contenu d’autres présentations</a:t>
            </a:r>
          </a:p>
        </p:txBody>
      </p:sp>
      <p:sp>
        <p:nvSpPr>
          <p:cNvPr id="8" name="Content Placeholder 3"/>
          <p:cNvSpPr txBox="1">
            <a:spLocks/>
          </p:cNvSpPr>
          <p:nvPr/>
        </p:nvSpPr>
        <p:spPr>
          <a:xfrm>
            <a:off x="1754485" y="3220243"/>
            <a:ext cx="7137995" cy="165576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dirty="0"/>
              <a:t>Au lieu de faire un classique Ctrl + V pour copier un contenu, préférez un clic droit dans un espace vide de la diapo qui fera apparaitre ce menu : </a:t>
            </a:r>
          </a:p>
          <a:p>
            <a:pPr marL="266700" lvl="2" indent="-266700">
              <a:spcBef>
                <a:spcPts val="800"/>
              </a:spcBef>
              <a:buFont typeface="+mj-lt"/>
              <a:buAutoNum type="arabicPeriod"/>
            </a:pPr>
            <a:r>
              <a:rPr lang="fr-FR" dirty="0">
                <a:solidFill>
                  <a:schemeClr val="bg2"/>
                </a:solidFill>
              </a:rPr>
              <a:t>Utilise le thème  de destination – </a:t>
            </a:r>
            <a:r>
              <a:rPr lang="fr-FR" dirty="0"/>
              <a:t>colle en respectant le modèle Orange</a:t>
            </a:r>
          </a:p>
          <a:p>
            <a:pPr marL="266700" lvl="2" indent="-266700">
              <a:spcBef>
                <a:spcPts val="200"/>
              </a:spcBef>
              <a:buFont typeface="+mj-lt"/>
              <a:buAutoNum type="arabicPeriod"/>
            </a:pPr>
            <a:r>
              <a:rPr lang="fr-FR" dirty="0">
                <a:solidFill>
                  <a:schemeClr val="bg2"/>
                </a:solidFill>
              </a:rPr>
              <a:t>Conserve la mise en page source –</a:t>
            </a:r>
            <a:r>
              <a:rPr lang="fr-FR" dirty="0"/>
              <a:t> colle en gardant la mise en page originale</a:t>
            </a:r>
          </a:p>
          <a:p>
            <a:pPr marL="266700" lvl="2" indent="-266700">
              <a:spcBef>
                <a:spcPts val="200"/>
              </a:spcBef>
              <a:buFont typeface="+mj-lt"/>
              <a:buAutoNum type="arabicPeriod"/>
            </a:pPr>
            <a:r>
              <a:rPr lang="fr-FR" dirty="0">
                <a:solidFill>
                  <a:schemeClr val="bg2"/>
                </a:solidFill>
              </a:rPr>
              <a:t>Image – </a:t>
            </a:r>
            <a:r>
              <a:rPr lang="fr-FR" dirty="0"/>
              <a:t>colle le contenu sous format photo (utile si rien n’est à modifier)</a:t>
            </a:r>
          </a:p>
          <a:p>
            <a:pPr marL="266700" lvl="2" indent="-266700">
              <a:spcBef>
                <a:spcPts val="200"/>
              </a:spcBef>
              <a:buFont typeface="+mj-lt"/>
              <a:buAutoNum type="arabicPeriod"/>
            </a:pPr>
            <a:r>
              <a:rPr lang="fr-FR" dirty="0">
                <a:solidFill>
                  <a:schemeClr val="bg2"/>
                </a:solidFill>
              </a:rPr>
              <a:t>Conserver uniquement le texte – </a:t>
            </a:r>
            <a:r>
              <a:rPr lang="fr-FR" dirty="0"/>
              <a:t>supprime toute mise en page existante et utilise la mise en forme par défaut.</a:t>
            </a:r>
          </a:p>
          <a:p>
            <a:pPr marL="0" lvl="2" indent="0">
              <a:spcBef>
                <a:spcPts val="800"/>
              </a:spcBef>
              <a:buNone/>
            </a:pPr>
            <a:r>
              <a:rPr lang="fr-FR" dirty="0"/>
              <a:t>Les options 1 et 4 sont recommandées pour utiliser correctement le modèle.</a:t>
            </a:r>
          </a:p>
        </p:txBody>
      </p:sp>
      <p:sp>
        <p:nvSpPr>
          <p:cNvPr id="15" name="TextBox 8"/>
          <p:cNvSpPr txBox="1"/>
          <p:nvPr/>
        </p:nvSpPr>
        <p:spPr>
          <a:xfrm>
            <a:off x="857479" y="3496405"/>
            <a:ext cx="102383" cy="102383"/>
          </a:xfrm>
          <a:prstGeom prst="ellipse">
            <a:avLst/>
          </a:prstGeom>
          <a:solidFill>
            <a:schemeClr val="accent1"/>
          </a:solidFill>
        </p:spPr>
        <p:txBody>
          <a:bodyPr wrap="none" lIns="36000" tIns="36000" rIns="36000" bIns="36000" rtlCol="0" anchor="ctr">
            <a:noAutofit/>
          </a:bodyPr>
          <a:lstStyle/>
          <a:p>
            <a:pPr algn="ctr"/>
            <a:r>
              <a:rPr lang="fr-FR" sz="700" b="1" dirty="0">
                <a:solidFill>
                  <a:schemeClr val="bg1"/>
                </a:solidFill>
              </a:rPr>
              <a:t>3</a:t>
            </a:r>
          </a:p>
        </p:txBody>
      </p:sp>
      <p:sp>
        <p:nvSpPr>
          <p:cNvPr id="16" name="TextBox 9"/>
          <p:cNvSpPr txBox="1"/>
          <p:nvPr/>
        </p:nvSpPr>
        <p:spPr>
          <a:xfrm>
            <a:off x="1072109" y="3496405"/>
            <a:ext cx="102383" cy="102383"/>
          </a:xfrm>
          <a:prstGeom prst="ellipse">
            <a:avLst/>
          </a:prstGeom>
          <a:solidFill>
            <a:schemeClr val="accent1"/>
          </a:solidFill>
        </p:spPr>
        <p:txBody>
          <a:bodyPr wrap="none" lIns="36000" tIns="36000" rIns="36000" bIns="36000" rtlCol="0" anchor="ctr">
            <a:noAutofit/>
          </a:bodyPr>
          <a:lstStyle/>
          <a:p>
            <a:pPr algn="ctr"/>
            <a:r>
              <a:rPr lang="fr-FR" sz="700" b="1" dirty="0">
                <a:solidFill>
                  <a:schemeClr val="bg1"/>
                </a:solidFill>
              </a:rPr>
              <a:t>4</a:t>
            </a:r>
          </a:p>
        </p:txBody>
      </p:sp>
      <p:sp>
        <p:nvSpPr>
          <p:cNvPr id="17" name="TextBox 10"/>
          <p:cNvSpPr txBox="1"/>
          <p:nvPr/>
        </p:nvSpPr>
        <p:spPr>
          <a:xfrm>
            <a:off x="428219" y="3496405"/>
            <a:ext cx="102383" cy="102383"/>
          </a:xfrm>
          <a:prstGeom prst="ellipse">
            <a:avLst/>
          </a:prstGeom>
          <a:solidFill>
            <a:schemeClr val="accent1"/>
          </a:solidFill>
        </p:spPr>
        <p:txBody>
          <a:bodyPr wrap="none" lIns="36000" tIns="36000" rIns="36000" bIns="36000" rtlCol="0" anchor="ctr">
            <a:noAutofit/>
          </a:bodyPr>
          <a:lstStyle/>
          <a:p>
            <a:pPr algn="ctr"/>
            <a:r>
              <a:rPr lang="fr-FR" sz="700" b="1" dirty="0">
                <a:solidFill>
                  <a:schemeClr val="bg1"/>
                </a:solidFill>
              </a:rPr>
              <a:t>1</a:t>
            </a:r>
          </a:p>
        </p:txBody>
      </p:sp>
      <p:sp>
        <p:nvSpPr>
          <p:cNvPr id="18" name="TextBox 11"/>
          <p:cNvSpPr txBox="1"/>
          <p:nvPr/>
        </p:nvSpPr>
        <p:spPr>
          <a:xfrm>
            <a:off x="642849" y="3496405"/>
            <a:ext cx="102383" cy="102383"/>
          </a:xfrm>
          <a:prstGeom prst="ellipse">
            <a:avLst/>
          </a:prstGeom>
          <a:solidFill>
            <a:schemeClr val="accent1"/>
          </a:solidFill>
        </p:spPr>
        <p:txBody>
          <a:bodyPr wrap="none" lIns="36000" tIns="36000" rIns="36000" bIns="36000" rtlCol="0" anchor="ctr">
            <a:noAutofit/>
          </a:bodyPr>
          <a:lstStyle/>
          <a:p>
            <a:pPr algn="ctr"/>
            <a:r>
              <a:rPr lang="fr-FR" sz="700" b="1" dirty="0">
                <a:solidFill>
                  <a:schemeClr val="bg1"/>
                </a:solidFill>
              </a:rPr>
              <a:t>2</a:t>
            </a:r>
          </a:p>
        </p:txBody>
      </p:sp>
      <p:sp>
        <p:nvSpPr>
          <p:cNvPr id="19" name="Rectangle 18"/>
          <p:cNvSpPr/>
          <p:nvPr/>
        </p:nvSpPr>
        <p:spPr>
          <a:xfrm>
            <a:off x="251520" y="3363838"/>
            <a:ext cx="1203960" cy="36576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dirty="0">
              <a:solidFill>
                <a:srgbClr val="000000"/>
              </a:solidFill>
            </a:endParaRPr>
          </a:p>
        </p:txBody>
      </p:sp>
    </p:spTree>
    <p:extLst>
      <p:ext uri="{BB962C8B-B14F-4D97-AF65-F5344CB8AC3E}">
        <p14:creationId xmlns:p14="http://schemas.microsoft.com/office/powerpoint/2010/main" val="4135685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3439" t="37166" r="1642" b="31783"/>
          <a:stretch/>
        </p:blipFill>
        <p:spPr bwMode="auto">
          <a:xfrm>
            <a:off x="1999590" y="2068253"/>
            <a:ext cx="1723097" cy="2241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314326" y="1181101"/>
            <a:ext cx="8515350" cy="472098"/>
          </a:xfrm>
        </p:spPr>
        <p:txBody>
          <a:bodyPr/>
          <a:lstStyle/>
          <a:p>
            <a:pPr lvl="1"/>
            <a:r>
              <a:rPr lang="fr-FR" dirty="0"/>
              <a:t>Dans le menu </a:t>
            </a:r>
            <a:r>
              <a:rPr lang="fr-FR" dirty="0">
                <a:solidFill>
                  <a:srgbClr val="FF7900"/>
                </a:solidFill>
              </a:rPr>
              <a:t>Organiser, </a:t>
            </a:r>
            <a:r>
              <a:rPr lang="fr-FR" dirty="0"/>
              <a:t> utilisez l’outil </a:t>
            </a:r>
            <a:r>
              <a:rPr lang="fr-FR" dirty="0">
                <a:solidFill>
                  <a:srgbClr val="FF7900"/>
                </a:solidFill>
              </a:rPr>
              <a:t>Aligner</a:t>
            </a:r>
            <a:r>
              <a:rPr lang="fr-FR" dirty="0"/>
              <a:t> pour gérer la cohérence des alignements verticaux ou horizontaux. Cela fonctionne également pour les groupes d’objets : </a:t>
            </a:r>
            <a:endParaRPr lang="fr-FR" dirty="0">
              <a:solidFill>
                <a:schemeClr val="bg2"/>
              </a:solidFill>
            </a:endParaRPr>
          </a:p>
        </p:txBody>
      </p:sp>
      <p:sp>
        <p:nvSpPr>
          <p:cNvPr id="3" name="Title 2"/>
          <p:cNvSpPr>
            <a:spLocks noGrp="1"/>
          </p:cNvSpPr>
          <p:nvPr>
            <p:ph type="title"/>
          </p:nvPr>
        </p:nvSpPr>
        <p:spPr/>
        <p:txBody>
          <a:bodyPr/>
          <a:lstStyle/>
          <a:p>
            <a:r>
              <a:rPr lang="fr-FR" dirty="0"/>
              <a:t>Alignement et distribution</a:t>
            </a:r>
          </a:p>
        </p:txBody>
      </p:sp>
      <p:sp>
        <p:nvSpPr>
          <p:cNvPr id="9" name="Rectangle 8"/>
          <p:cNvSpPr/>
          <p:nvPr/>
        </p:nvSpPr>
        <p:spPr bwMode="auto">
          <a:xfrm>
            <a:off x="4513018"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0" name="Rectangle 9"/>
          <p:cNvSpPr/>
          <p:nvPr/>
        </p:nvSpPr>
        <p:spPr bwMode="auto">
          <a:xfrm>
            <a:off x="5081375"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1" name="Rectangle 10"/>
          <p:cNvSpPr/>
          <p:nvPr/>
        </p:nvSpPr>
        <p:spPr bwMode="auto">
          <a:xfrm>
            <a:off x="5649733"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2" name="Rectangle 11"/>
          <p:cNvSpPr/>
          <p:nvPr/>
        </p:nvSpPr>
        <p:spPr bwMode="auto">
          <a:xfrm>
            <a:off x="6218090"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3" name="Rectangle 12"/>
          <p:cNvSpPr/>
          <p:nvPr/>
        </p:nvSpPr>
        <p:spPr bwMode="auto">
          <a:xfrm>
            <a:off x="7354805"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4" name="Rectangle 13"/>
          <p:cNvSpPr/>
          <p:nvPr/>
        </p:nvSpPr>
        <p:spPr bwMode="auto">
          <a:xfrm>
            <a:off x="3944661"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5" name="Rectangle 14"/>
          <p:cNvSpPr/>
          <p:nvPr/>
        </p:nvSpPr>
        <p:spPr bwMode="auto">
          <a:xfrm>
            <a:off x="7923162"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6" name="Rectangle 15"/>
          <p:cNvSpPr/>
          <p:nvPr/>
        </p:nvSpPr>
        <p:spPr bwMode="auto">
          <a:xfrm>
            <a:off x="8491519"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7" name="Rectangle 16"/>
          <p:cNvSpPr/>
          <p:nvPr/>
        </p:nvSpPr>
        <p:spPr bwMode="auto">
          <a:xfrm>
            <a:off x="6786448" y="2579738"/>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8" name="Rectangle 17"/>
          <p:cNvSpPr/>
          <p:nvPr/>
        </p:nvSpPr>
        <p:spPr bwMode="auto">
          <a:xfrm>
            <a:off x="4428871"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19" name="Rectangle 18"/>
          <p:cNvSpPr/>
          <p:nvPr/>
        </p:nvSpPr>
        <p:spPr bwMode="auto">
          <a:xfrm>
            <a:off x="4870873"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0" name="Rectangle 19"/>
          <p:cNvSpPr/>
          <p:nvPr/>
        </p:nvSpPr>
        <p:spPr bwMode="auto">
          <a:xfrm>
            <a:off x="5460280"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1" name="Rectangle 20"/>
          <p:cNvSpPr/>
          <p:nvPr/>
        </p:nvSpPr>
        <p:spPr bwMode="auto">
          <a:xfrm>
            <a:off x="6175990"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2" name="Rectangle 21"/>
          <p:cNvSpPr/>
          <p:nvPr/>
        </p:nvSpPr>
        <p:spPr bwMode="auto">
          <a:xfrm>
            <a:off x="7396906"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3" name="Rectangle 22"/>
          <p:cNvSpPr/>
          <p:nvPr/>
        </p:nvSpPr>
        <p:spPr bwMode="auto">
          <a:xfrm>
            <a:off x="3944661"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4" name="Rectangle 23"/>
          <p:cNvSpPr/>
          <p:nvPr/>
        </p:nvSpPr>
        <p:spPr bwMode="auto">
          <a:xfrm>
            <a:off x="7902112"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5" name="Rectangle 24"/>
          <p:cNvSpPr/>
          <p:nvPr/>
        </p:nvSpPr>
        <p:spPr bwMode="auto">
          <a:xfrm>
            <a:off x="8491519"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6" name="Rectangle 25"/>
          <p:cNvSpPr/>
          <p:nvPr/>
        </p:nvSpPr>
        <p:spPr bwMode="auto">
          <a:xfrm>
            <a:off x="6639096" y="3250718"/>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7" name="Rectangle 26"/>
          <p:cNvSpPr/>
          <p:nvPr/>
        </p:nvSpPr>
        <p:spPr bwMode="auto">
          <a:xfrm>
            <a:off x="4513018"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8" name="Rectangle 27"/>
          <p:cNvSpPr/>
          <p:nvPr/>
        </p:nvSpPr>
        <p:spPr bwMode="auto">
          <a:xfrm>
            <a:off x="5081375"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29" name="Rectangle 28"/>
          <p:cNvSpPr/>
          <p:nvPr/>
        </p:nvSpPr>
        <p:spPr bwMode="auto">
          <a:xfrm>
            <a:off x="5649733"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0" name="Rectangle 29"/>
          <p:cNvSpPr/>
          <p:nvPr/>
        </p:nvSpPr>
        <p:spPr bwMode="auto">
          <a:xfrm>
            <a:off x="6218090"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1" name="Rectangle 30"/>
          <p:cNvSpPr/>
          <p:nvPr/>
        </p:nvSpPr>
        <p:spPr bwMode="auto">
          <a:xfrm>
            <a:off x="7354805"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2" name="Rectangle 31"/>
          <p:cNvSpPr/>
          <p:nvPr/>
        </p:nvSpPr>
        <p:spPr bwMode="auto">
          <a:xfrm>
            <a:off x="3944661"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3" name="Rectangle 32"/>
          <p:cNvSpPr/>
          <p:nvPr/>
        </p:nvSpPr>
        <p:spPr bwMode="auto">
          <a:xfrm>
            <a:off x="7923162"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4" name="Rectangle 33"/>
          <p:cNvSpPr/>
          <p:nvPr/>
        </p:nvSpPr>
        <p:spPr bwMode="auto">
          <a:xfrm>
            <a:off x="8491519"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35" name="Rectangle 34"/>
          <p:cNvSpPr/>
          <p:nvPr/>
        </p:nvSpPr>
        <p:spPr bwMode="auto">
          <a:xfrm>
            <a:off x="6786448" y="3833853"/>
            <a:ext cx="336805" cy="334732"/>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grpSp>
        <p:nvGrpSpPr>
          <p:cNvPr id="69" name="Group 68"/>
          <p:cNvGrpSpPr/>
          <p:nvPr/>
        </p:nvGrpSpPr>
        <p:grpSpPr>
          <a:xfrm>
            <a:off x="3944661" y="1934726"/>
            <a:ext cx="4883663" cy="979744"/>
            <a:chOff x="2877861" y="1995686"/>
            <a:chExt cx="4883663" cy="979744"/>
          </a:xfrm>
        </p:grpSpPr>
        <p:cxnSp>
          <p:nvCxnSpPr>
            <p:cNvPr id="7" name="Straight Connector 6"/>
            <p:cNvCxnSpPr/>
            <p:nvPr/>
          </p:nvCxnSpPr>
          <p:spPr bwMode="auto">
            <a:xfrm>
              <a:off x="2877861" y="2975430"/>
              <a:ext cx="4883663" cy="0"/>
            </a:xfrm>
            <a:prstGeom prst="line">
              <a:avLst/>
            </a:prstGeom>
            <a:solidFill>
              <a:schemeClr val="accent1"/>
            </a:solidFill>
            <a:ln w="9525" cap="flat" cmpd="sng" algn="ctr">
              <a:solidFill>
                <a:schemeClr val="tx2"/>
              </a:solidFill>
              <a:prstDash val="sysDash"/>
              <a:round/>
              <a:headEnd type="none" w="med" len="med"/>
              <a:tailEnd type="none" w="med" len="med"/>
            </a:ln>
            <a:effectLst/>
          </p:spPr>
        </p:cxnSp>
        <p:cxnSp>
          <p:nvCxnSpPr>
            <p:cNvPr id="8" name="Straight Connector 7"/>
            <p:cNvCxnSpPr/>
            <p:nvPr/>
          </p:nvCxnSpPr>
          <p:spPr bwMode="auto">
            <a:xfrm>
              <a:off x="2877861" y="2640915"/>
              <a:ext cx="4883663" cy="0"/>
            </a:xfrm>
            <a:prstGeom prst="line">
              <a:avLst/>
            </a:prstGeom>
            <a:solidFill>
              <a:schemeClr val="accent1"/>
            </a:solidFill>
            <a:ln w="9525" cap="flat" cmpd="sng" algn="ctr">
              <a:solidFill>
                <a:schemeClr val="tx2"/>
              </a:solidFill>
              <a:prstDash val="sysDash"/>
              <a:round/>
              <a:headEnd type="none" w="med" len="med"/>
              <a:tailEnd type="none" w="med" len="med"/>
            </a:ln>
            <a:effectLst/>
          </p:spPr>
        </p:cxnSp>
        <p:cxnSp>
          <p:nvCxnSpPr>
            <p:cNvPr id="44" name="Straight Connector 43"/>
            <p:cNvCxnSpPr/>
            <p:nvPr/>
          </p:nvCxnSpPr>
          <p:spPr bwMode="auto">
            <a:xfrm>
              <a:off x="2877861" y="1995686"/>
              <a:ext cx="4883663" cy="0"/>
            </a:xfrm>
            <a:prstGeom prst="line">
              <a:avLst/>
            </a:prstGeom>
            <a:solidFill>
              <a:schemeClr val="accent1"/>
            </a:solidFill>
            <a:ln w="9525" cap="flat" cmpd="sng" algn="ctr">
              <a:solidFill>
                <a:schemeClr val="tx2"/>
              </a:solidFill>
              <a:prstDash val="sysDash"/>
              <a:round/>
              <a:headEnd type="none" w="med" len="med"/>
              <a:tailEnd type="none" w="med" len="med"/>
            </a:ln>
            <a:effectLst/>
          </p:spPr>
        </p:cxnSp>
        <p:cxnSp>
          <p:nvCxnSpPr>
            <p:cNvPr id="45" name="Straight Connector 44"/>
            <p:cNvCxnSpPr/>
            <p:nvPr/>
          </p:nvCxnSpPr>
          <p:spPr bwMode="auto">
            <a:xfrm>
              <a:off x="2877861" y="2411456"/>
              <a:ext cx="4883663" cy="0"/>
            </a:xfrm>
            <a:prstGeom prst="line">
              <a:avLst/>
            </a:prstGeom>
            <a:solidFill>
              <a:schemeClr val="accent1"/>
            </a:solidFill>
            <a:ln w="9525" cap="flat" cmpd="sng" algn="ctr">
              <a:solidFill>
                <a:schemeClr val="tx2"/>
              </a:solidFill>
              <a:prstDash val="sysDash"/>
              <a:round/>
              <a:headEnd type="none" w="med" len="med"/>
              <a:tailEnd type="none" w="med" len="med"/>
            </a:ln>
            <a:effectLst/>
          </p:spPr>
        </p:cxnSp>
      </p:grpSp>
      <p:sp>
        <p:nvSpPr>
          <p:cNvPr id="46" name="Rectangle 45"/>
          <p:cNvSpPr/>
          <p:nvPr/>
        </p:nvSpPr>
        <p:spPr bwMode="auto">
          <a:xfrm>
            <a:off x="4513018" y="1934726"/>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47" name="Rectangle 46"/>
          <p:cNvSpPr/>
          <p:nvPr/>
        </p:nvSpPr>
        <p:spPr bwMode="auto">
          <a:xfrm>
            <a:off x="5081375" y="1976567"/>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48" name="Rectangle 47"/>
          <p:cNvSpPr/>
          <p:nvPr/>
        </p:nvSpPr>
        <p:spPr bwMode="auto">
          <a:xfrm>
            <a:off x="5649733" y="2018409"/>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49" name="Rectangle 48"/>
          <p:cNvSpPr/>
          <p:nvPr/>
        </p:nvSpPr>
        <p:spPr bwMode="auto">
          <a:xfrm>
            <a:off x="6218090" y="1988245"/>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50" name="Rectangle 49"/>
          <p:cNvSpPr/>
          <p:nvPr/>
        </p:nvSpPr>
        <p:spPr bwMode="auto">
          <a:xfrm>
            <a:off x="7354805" y="1988245"/>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51" name="Rectangle 50"/>
          <p:cNvSpPr/>
          <p:nvPr/>
        </p:nvSpPr>
        <p:spPr bwMode="auto">
          <a:xfrm>
            <a:off x="3944661" y="1976567"/>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52" name="Rectangle 51"/>
          <p:cNvSpPr/>
          <p:nvPr/>
        </p:nvSpPr>
        <p:spPr bwMode="auto">
          <a:xfrm>
            <a:off x="7923162" y="1959052"/>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53" name="Rectangle 52"/>
          <p:cNvSpPr/>
          <p:nvPr/>
        </p:nvSpPr>
        <p:spPr bwMode="auto">
          <a:xfrm>
            <a:off x="8491519" y="1978372"/>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sp>
        <p:nvSpPr>
          <p:cNvPr id="54" name="Rectangle 53"/>
          <p:cNvSpPr/>
          <p:nvPr/>
        </p:nvSpPr>
        <p:spPr bwMode="auto">
          <a:xfrm>
            <a:off x="6786448" y="2018409"/>
            <a:ext cx="336805" cy="334732"/>
          </a:xfrm>
          <a:prstGeom prst="rect">
            <a:avLst/>
          </a:prstGeom>
          <a:solidFill>
            <a:schemeClr val="bg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ts val="1400"/>
              </a:spcBef>
              <a:spcAft>
                <a:spcPct val="0"/>
              </a:spcAft>
              <a:buClr>
                <a:srgbClr val="898989"/>
              </a:buClr>
            </a:pPr>
            <a:endParaRPr lang="fr-FR" sz="1600" kern="0" dirty="0">
              <a:solidFill>
                <a:srgbClr val="000000"/>
              </a:solidFill>
            </a:endParaRPr>
          </a:p>
        </p:txBody>
      </p:sp>
      <p:grpSp>
        <p:nvGrpSpPr>
          <p:cNvPr id="70" name="Group 69"/>
          <p:cNvGrpSpPr/>
          <p:nvPr/>
        </p:nvGrpSpPr>
        <p:grpSpPr>
          <a:xfrm>
            <a:off x="4281465" y="3418084"/>
            <a:ext cx="4210056" cy="583135"/>
            <a:chOff x="3214665" y="3479044"/>
            <a:chExt cx="4210056" cy="583135"/>
          </a:xfrm>
        </p:grpSpPr>
        <p:cxnSp>
          <p:nvCxnSpPr>
            <p:cNvPr id="36" name="Straight Arrow Connector 35"/>
            <p:cNvCxnSpPr>
              <a:endCxn id="20" idx="1"/>
            </p:cNvCxnSpPr>
            <p:nvPr/>
          </p:nvCxnSpPr>
          <p:spPr bwMode="auto">
            <a:xfrm>
              <a:off x="4140877" y="3479044"/>
              <a:ext cx="252604"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37" name="Straight Arrow Connector 36"/>
            <p:cNvCxnSpPr/>
            <p:nvPr/>
          </p:nvCxnSpPr>
          <p:spPr bwMode="auto">
            <a:xfrm>
              <a:off x="4730285" y="3479044"/>
              <a:ext cx="378905"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38" name="Straight Arrow Connector 37"/>
            <p:cNvCxnSpPr>
              <a:stCxn id="21" idx="3"/>
            </p:cNvCxnSpPr>
            <p:nvPr/>
          </p:nvCxnSpPr>
          <p:spPr bwMode="auto">
            <a:xfrm>
              <a:off x="5445994" y="3479044"/>
              <a:ext cx="126301"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39" name="Straight Arrow Connector 38"/>
            <p:cNvCxnSpPr/>
            <p:nvPr/>
          </p:nvCxnSpPr>
          <p:spPr bwMode="auto">
            <a:xfrm>
              <a:off x="5909100" y="3479044"/>
              <a:ext cx="421005"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40" name="Straight Arrow Connector 39"/>
            <p:cNvCxnSpPr>
              <a:stCxn id="23" idx="3"/>
              <a:endCxn id="18" idx="1"/>
            </p:cNvCxnSpPr>
            <p:nvPr/>
          </p:nvCxnSpPr>
          <p:spPr bwMode="auto">
            <a:xfrm>
              <a:off x="3214665" y="3479044"/>
              <a:ext cx="147405"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41" name="Straight Arrow Connector 40"/>
            <p:cNvCxnSpPr>
              <a:stCxn id="18" idx="3"/>
              <a:endCxn id="19" idx="1"/>
            </p:cNvCxnSpPr>
            <p:nvPr/>
          </p:nvCxnSpPr>
          <p:spPr bwMode="auto">
            <a:xfrm>
              <a:off x="3698875" y="3479044"/>
              <a:ext cx="105197"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42" name="Straight Arrow Connector 41"/>
            <p:cNvCxnSpPr>
              <a:endCxn id="24" idx="1"/>
            </p:cNvCxnSpPr>
            <p:nvPr/>
          </p:nvCxnSpPr>
          <p:spPr bwMode="auto">
            <a:xfrm>
              <a:off x="6666910" y="3479044"/>
              <a:ext cx="168402"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43" name="Straight Arrow Connector 42"/>
            <p:cNvCxnSpPr>
              <a:endCxn id="25" idx="1"/>
            </p:cNvCxnSpPr>
            <p:nvPr/>
          </p:nvCxnSpPr>
          <p:spPr bwMode="auto">
            <a:xfrm>
              <a:off x="7172117" y="3479044"/>
              <a:ext cx="252604"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55" name="Straight Arrow Connector 54"/>
            <p:cNvCxnSpPr>
              <a:endCxn id="27" idx="1"/>
            </p:cNvCxnSpPr>
            <p:nvPr/>
          </p:nvCxnSpPr>
          <p:spPr bwMode="auto">
            <a:xfrm>
              <a:off x="3214665"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56" name="Straight Arrow Connector 55"/>
            <p:cNvCxnSpPr>
              <a:stCxn id="27" idx="3"/>
              <a:endCxn id="28" idx="1"/>
            </p:cNvCxnSpPr>
            <p:nvPr/>
          </p:nvCxnSpPr>
          <p:spPr bwMode="auto">
            <a:xfrm>
              <a:off x="3783022"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57" name="Straight Arrow Connector 56"/>
            <p:cNvCxnSpPr>
              <a:stCxn id="28" idx="3"/>
              <a:endCxn id="29" idx="1"/>
            </p:cNvCxnSpPr>
            <p:nvPr/>
          </p:nvCxnSpPr>
          <p:spPr bwMode="auto">
            <a:xfrm>
              <a:off x="4351380"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58" name="Straight Arrow Connector 57"/>
            <p:cNvCxnSpPr>
              <a:endCxn id="30" idx="1"/>
            </p:cNvCxnSpPr>
            <p:nvPr/>
          </p:nvCxnSpPr>
          <p:spPr bwMode="auto">
            <a:xfrm>
              <a:off x="4919737"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59" name="Straight Arrow Connector 58"/>
            <p:cNvCxnSpPr>
              <a:stCxn id="30" idx="3"/>
              <a:endCxn id="35" idx="1"/>
            </p:cNvCxnSpPr>
            <p:nvPr/>
          </p:nvCxnSpPr>
          <p:spPr bwMode="auto">
            <a:xfrm>
              <a:off x="5488095"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60" name="Straight Arrow Connector 59"/>
            <p:cNvCxnSpPr>
              <a:stCxn id="33" idx="3"/>
              <a:endCxn id="34" idx="1"/>
            </p:cNvCxnSpPr>
            <p:nvPr/>
          </p:nvCxnSpPr>
          <p:spPr bwMode="auto">
            <a:xfrm>
              <a:off x="7193166"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61" name="Straight Arrow Connector 60"/>
            <p:cNvCxnSpPr>
              <a:stCxn id="31" idx="3"/>
              <a:endCxn id="33" idx="1"/>
            </p:cNvCxnSpPr>
            <p:nvPr/>
          </p:nvCxnSpPr>
          <p:spPr bwMode="auto">
            <a:xfrm>
              <a:off x="6624809"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cxnSp>
          <p:nvCxnSpPr>
            <p:cNvPr id="62" name="Straight Arrow Connector 61"/>
            <p:cNvCxnSpPr>
              <a:stCxn id="35" idx="3"/>
              <a:endCxn id="31" idx="1"/>
            </p:cNvCxnSpPr>
            <p:nvPr/>
          </p:nvCxnSpPr>
          <p:spPr bwMode="auto">
            <a:xfrm>
              <a:off x="6056452" y="4062179"/>
              <a:ext cx="231553" cy="0"/>
            </a:xfrm>
            <a:prstGeom prst="straightConnector1">
              <a:avLst/>
            </a:prstGeom>
            <a:solidFill>
              <a:schemeClr val="accent1"/>
            </a:solidFill>
            <a:ln w="9525" cap="flat" cmpd="sng" algn="ctr">
              <a:solidFill>
                <a:schemeClr val="tx2"/>
              </a:solidFill>
              <a:prstDash val="sysDash"/>
              <a:round/>
              <a:headEnd type="triangle" w="sm" len="sm"/>
              <a:tailEnd type="triangle" w="sm" len="sm"/>
            </a:ln>
            <a:effectLst/>
          </p:spPr>
        </p:cxnSp>
      </p:grpSp>
      <p:cxnSp>
        <p:nvCxnSpPr>
          <p:cNvPr id="64" name="Straight Arrow Connector 63"/>
          <p:cNvCxnSpPr/>
          <p:nvPr/>
        </p:nvCxnSpPr>
        <p:spPr>
          <a:xfrm>
            <a:off x="3512820" y="3382733"/>
            <a:ext cx="373380" cy="0"/>
          </a:xfrm>
          <a:prstGeom prst="straightConnector1">
            <a:avLst/>
          </a:prstGeom>
          <a:noFill/>
          <a:ln>
            <a:solidFill>
              <a:schemeClr val="accent2"/>
            </a:solidFill>
            <a:prstDash val="solid"/>
            <a:tailEnd type="triangle" w="lg" len="lg"/>
          </a:ln>
        </p:spPr>
        <p:style>
          <a:lnRef idx="2">
            <a:schemeClr val="accent1">
              <a:shade val="50000"/>
            </a:schemeClr>
          </a:lnRef>
          <a:fillRef idx="1">
            <a:schemeClr val="accent1"/>
          </a:fillRef>
          <a:effectRef idx="0">
            <a:schemeClr val="accent1"/>
          </a:effectRef>
          <a:fontRef idx="minor">
            <a:schemeClr val="lt1"/>
          </a:fontRef>
        </p:style>
      </p:cxnSp>
      <p:grpSp>
        <p:nvGrpSpPr>
          <p:cNvPr id="96" name="Group 95"/>
          <p:cNvGrpSpPr/>
          <p:nvPr/>
        </p:nvGrpSpPr>
        <p:grpSpPr>
          <a:xfrm>
            <a:off x="2956560" y="2143933"/>
            <a:ext cx="929640" cy="981357"/>
            <a:chOff x="2774112" y="2143933"/>
            <a:chExt cx="1096848" cy="981357"/>
          </a:xfrm>
        </p:grpSpPr>
        <p:cxnSp>
          <p:nvCxnSpPr>
            <p:cNvPr id="85" name="Elbow Connector 84"/>
            <p:cNvCxnSpPr/>
            <p:nvPr/>
          </p:nvCxnSpPr>
          <p:spPr>
            <a:xfrm flipV="1">
              <a:off x="2916527" y="2143933"/>
              <a:ext cx="954433" cy="770537"/>
            </a:xfrm>
            <a:prstGeom prst="bentConnector3">
              <a:avLst/>
            </a:prstGeom>
            <a:noFill/>
            <a:ln>
              <a:solidFill>
                <a:schemeClr val="bg2"/>
              </a:solidFill>
              <a:prstDash val="solid"/>
              <a:tailEnd type="triangle" w="lg" len="lg"/>
            </a:ln>
          </p:spPr>
          <p:style>
            <a:lnRef idx="2">
              <a:schemeClr val="accent1">
                <a:shade val="50000"/>
              </a:schemeClr>
            </a:lnRef>
            <a:fillRef idx="1">
              <a:schemeClr val="accent1"/>
            </a:fillRef>
            <a:effectRef idx="0">
              <a:schemeClr val="accent1"/>
            </a:effectRef>
            <a:fontRef idx="minor">
              <a:schemeClr val="lt1"/>
            </a:fontRef>
          </p:style>
        </p:cxnSp>
        <p:cxnSp>
          <p:nvCxnSpPr>
            <p:cNvPr id="95" name="Elbow Connector 94"/>
            <p:cNvCxnSpPr/>
            <p:nvPr/>
          </p:nvCxnSpPr>
          <p:spPr>
            <a:xfrm>
              <a:off x="2774112" y="2718822"/>
              <a:ext cx="167640" cy="406468"/>
            </a:xfrm>
            <a:prstGeom prst="bentConnector3">
              <a:avLst>
                <a:gd name="adj1" fmla="val 159092"/>
              </a:avLst>
            </a:prstGeom>
            <a:noFill/>
            <a:ln>
              <a:solidFill>
                <a:schemeClr val="bg2"/>
              </a:solidFill>
              <a:prstDash val="solid"/>
              <a:tailEnd type="none" w="lg" len="lg"/>
            </a:ln>
          </p:spPr>
          <p:style>
            <a:lnRef idx="2">
              <a:schemeClr val="accent1">
                <a:shade val="50000"/>
              </a:schemeClr>
            </a:lnRef>
            <a:fillRef idx="1">
              <a:schemeClr val="accent1"/>
            </a:fillRef>
            <a:effectRef idx="0">
              <a:schemeClr val="accent1"/>
            </a:effectRef>
            <a:fontRef idx="minor">
              <a:schemeClr val="lt1"/>
            </a:fontRef>
          </p:style>
        </p:cxnSp>
      </p:grpSp>
      <p:sp>
        <p:nvSpPr>
          <p:cNvPr id="97" name="Content Placeholder 3"/>
          <p:cNvSpPr txBox="1">
            <a:spLocks/>
          </p:cNvSpPr>
          <p:nvPr/>
        </p:nvSpPr>
        <p:spPr>
          <a:xfrm>
            <a:off x="314326" y="1858369"/>
            <a:ext cx="1645210" cy="256123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dirty="0">
                <a:solidFill>
                  <a:schemeClr val="bg2"/>
                </a:solidFill>
              </a:rPr>
              <a:t>Bon à savoir : </a:t>
            </a:r>
            <a:br>
              <a:rPr lang="fr-FR" dirty="0">
                <a:solidFill>
                  <a:schemeClr val="bg2"/>
                </a:solidFill>
              </a:rPr>
            </a:br>
            <a:r>
              <a:rPr lang="fr-FR" dirty="0"/>
              <a:t>Pour sélectionner plusieurs objets, cliquez dans une zone vierge et glissez pour sélectionner tous les objets souhaités en faisant attention à ne pas sélectionner d’éléments non souhaités. </a:t>
            </a:r>
          </a:p>
        </p:txBody>
      </p:sp>
    </p:spTree>
    <p:extLst>
      <p:ext uri="{BB962C8B-B14F-4D97-AF65-F5344CB8AC3E}">
        <p14:creationId xmlns:p14="http://schemas.microsoft.com/office/powerpoint/2010/main" val="415500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79231" b="73771"/>
          <a:stretch/>
        </p:blipFill>
        <p:spPr bwMode="auto">
          <a:xfrm>
            <a:off x="4932040" y="3214117"/>
            <a:ext cx="1923028" cy="15178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049" y="3070222"/>
            <a:ext cx="2880320" cy="10138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1"/>
          </p:nvPr>
        </p:nvSpPr>
        <p:spPr>
          <a:xfrm>
            <a:off x="313200" y="1181100"/>
            <a:ext cx="3968055" cy="3766914"/>
          </a:xfrm>
        </p:spPr>
        <p:txBody>
          <a:bodyPr>
            <a:normAutofit/>
          </a:bodyPr>
          <a:lstStyle/>
          <a:p>
            <a:r>
              <a:rPr lang="fr-FR" dirty="0"/>
              <a:t>Outil Reproduire mise en forme</a:t>
            </a:r>
          </a:p>
          <a:p>
            <a:pPr lvl="1"/>
            <a:r>
              <a:rPr lang="fr-FR" dirty="0"/>
              <a:t>L’outil </a:t>
            </a:r>
            <a:r>
              <a:rPr lang="fr-FR" dirty="0">
                <a:solidFill>
                  <a:srgbClr val="FF7900"/>
                </a:solidFill>
              </a:rPr>
              <a:t>Reproduire mise en forme </a:t>
            </a:r>
            <a:r>
              <a:rPr lang="fr-FR" dirty="0"/>
              <a:t>du menu </a:t>
            </a:r>
            <a:r>
              <a:rPr lang="fr-FR" dirty="0">
                <a:solidFill>
                  <a:srgbClr val="FF7900"/>
                </a:solidFill>
              </a:rPr>
              <a:t>Accueil</a:t>
            </a:r>
            <a:r>
              <a:rPr lang="fr-FR" dirty="0"/>
              <a:t> vous permet de reproduire une mise en forme. Sélectionnez la mise en forme à reproduire, cliquez sur l’outil pinceau et sélectionner la partie sur laquelle la mise en forme doit s’affecter.</a:t>
            </a:r>
          </a:p>
          <a:p>
            <a:pPr lvl="1"/>
            <a:endParaRPr lang="fr-FR" dirty="0"/>
          </a:p>
          <a:p>
            <a:pPr lvl="1"/>
            <a:endParaRPr lang="fr-FR" dirty="0"/>
          </a:p>
          <a:p>
            <a:pPr lvl="1"/>
            <a:endParaRPr lang="fr-FR" dirty="0"/>
          </a:p>
          <a:p>
            <a:pPr lvl="1"/>
            <a:endParaRPr lang="fr-FR" dirty="0"/>
          </a:p>
          <a:p>
            <a:pPr lvl="1"/>
            <a:endParaRPr lang="fr-FR" dirty="0"/>
          </a:p>
          <a:p>
            <a:pPr lvl="1"/>
            <a:endParaRPr lang="fr-FR" dirty="0"/>
          </a:p>
          <a:p>
            <a:pPr lvl="1"/>
            <a:r>
              <a:rPr lang="fr-FR" dirty="0">
                <a:solidFill>
                  <a:schemeClr val="bg2"/>
                </a:solidFill>
              </a:rPr>
              <a:t>Utile : </a:t>
            </a:r>
            <a:r>
              <a:rPr lang="fr-FR" dirty="0"/>
              <a:t>l’outil reproduire mise en forme s’utilise aussi pour les objets.</a:t>
            </a:r>
          </a:p>
        </p:txBody>
      </p:sp>
      <p:sp>
        <p:nvSpPr>
          <p:cNvPr id="8" name="Content Placeholder 7"/>
          <p:cNvSpPr>
            <a:spLocks noGrp="1"/>
          </p:cNvSpPr>
          <p:nvPr>
            <p:ph sz="half" idx="2"/>
          </p:nvPr>
        </p:nvSpPr>
        <p:spPr/>
        <p:txBody>
          <a:bodyPr/>
          <a:lstStyle/>
          <a:p>
            <a:r>
              <a:rPr lang="fr-FR" dirty="0"/>
              <a:t>Volet sélection</a:t>
            </a:r>
          </a:p>
          <a:p>
            <a:pPr lvl="1"/>
            <a:r>
              <a:rPr lang="fr-FR" dirty="0"/>
              <a:t>Le </a:t>
            </a:r>
            <a:r>
              <a:rPr lang="fr-FR" dirty="0">
                <a:solidFill>
                  <a:srgbClr val="FF7900"/>
                </a:solidFill>
              </a:rPr>
              <a:t>Volet sélection </a:t>
            </a:r>
            <a:r>
              <a:rPr lang="fr-FR" dirty="0"/>
              <a:t>se trouve également sur l’onglet </a:t>
            </a:r>
            <a:r>
              <a:rPr lang="fr-FR" dirty="0">
                <a:solidFill>
                  <a:srgbClr val="FF7900"/>
                </a:solidFill>
              </a:rPr>
              <a:t>Accueil</a:t>
            </a:r>
            <a:r>
              <a:rPr lang="fr-FR" dirty="0"/>
              <a:t> dans le menu </a:t>
            </a:r>
            <a:r>
              <a:rPr lang="fr-FR" dirty="0">
                <a:solidFill>
                  <a:srgbClr val="FF7900"/>
                </a:solidFill>
              </a:rPr>
              <a:t>Sélectionner</a:t>
            </a:r>
            <a:r>
              <a:rPr lang="fr-FR" dirty="0"/>
              <a:t>. L’ensemble des éléments présents sur la diapo sont indiqués dans le menu, ce qui peut être utile pour les diapos chargées.</a:t>
            </a:r>
            <a:br>
              <a:rPr lang="fr-FR" dirty="0"/>
            </a:br>
            <a:r>
              <a:rPr lang="fr-FR" dirty="0"/>
              <a:t>Ce menu offre également la possibilité de classer les différents éléments à la place d’un clic droit et des options de Mise en avant.</a:t>
            </a:r>
          </a:p>
          <a:p>
            <a:pPr lvl="1"/>
            <a:endParaRPr lang="fr-FR" dirty="0"/>
          </a:p>
        </p:txBody>
      </p:sp>
      <p:sp>
        <p:nvSpPr>
          <p:cNvPr id="12" name="Rectangle 11"/>
          <p:cNvSpPr/>
          <p:nvPr/>
        </p:nvSpPr>
        <p:spPr>
          <a:xfrm>
            <a:off x="1331640" y="3751310"/>
            <a:ext cx="231304" cy="21674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6" name="Rectangle 15"/>
          <p:cNvSpPr/>
          <p:nvPr/>
        </p:nvSpPr>
        <p:spPr>
          <a:xfrm>
            <a:off x="5698186" y="4244894"/>
            <a:ext cx="1034054" cy="1800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3" name="Title 2"/>
          <p:cNvSpPr>
            <a:spLocks noGrp="1"/>
          </p:cNvSpPr>
          <p:nvPr>
            <p:ph type="title"/>
          </p:nvPr>
        </p:nvSpPr>
        <p:spPr/>
        <p:txBody>
          <a:bodyPr/>
          <a:lstStyle/>
          <a:p>
            <a:r>
              <a:rPr lang="fr-FR" dirty="0"/>
              <a:t>Autres outils utiles</a:t>
            </a:r>
          </a:p>
        </p:txBody>
      </p:sp>
      <p:pic>
        <p:nvPicPr>
          <p:cNvPr id="1026"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7417" t="37746" r="8722" b="26988"/>
          <a:stretch/>
        </p:blipFill>
        <p:spPr bwMode="auto">
          <a:xfrm>
            <a:off x="7740352" y="3000681"/>
            <a:ext cx="1297221" cy="2062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096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r>
              <a:rPr lang="fr-FR" dirty="0"/>
              <a:t>Partie deux</a:t>
            </a:r>
            <a:br>
              <a:rPr lang="fr-FR" dirty="0"/>
            </a:br>
            <a:r>
              <a:rPr lang="fr-FR" dirty="0">
                <a:solidFill>
                  <a:schemeClr val="tx1"/>
                </a:solidFill>
              </a:rPr>
              <a:t>Outils et éléments utiles</a:t>
            </a:r>
          </a:p>
        </p:txBody>
      </p:sp>
    </p:spTree>
    <p:extLst>
      <p:ext uri="{BB962C8B-B14F-4D97-AF65-F5344CB8AC3E}">
        <p14:creationId xmlns:p14="http://schemas.microsoft.com/office/powerpoint/2010/main" val="405931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7535" y="2327730"/>
            <a:ext cx="1889145" cy="1062643"/>
          </a:xfrm>
          <a:prstGeom prst="rect">
            <a:avLst/>
          </a:prstGeom>
          <a:ln>
            <a:solidFill>
              <a:schemeClr val="bg1">
                <a:lumMod val="75000"/>
              </a:schemeClr>
            </a:solidFill>
          </a:ln>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9898" y="1181100"/>
            <a:ext cx="1889144" cy="1062643"/>
          </a:xfrm>
          <a:prstGeom prst="rect">
            <a:avLst/>
          </a:prstGeom>
          <a:ln>
            <a:solidFill>
              <a:schemeClr val="bg1">
                <a:lumMod val="75000"/>
              </a:schemeClr>
            </a:solidFill>
          </a:ln>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32041" y="2326060"/>
            <a:ext cx="1889144" cy="1062643"/>
          </a:xfrm>
          <a:prstGeom prst="rect">
            <a:avLst/>
          </a:prstGeom>
          <a:ln>
            <a:solidFill>
              <a:schemeClr val="bg1">
                <a:lumMod val="75000"/>
              </a:schemeClr>
            </a:solidFill>
          </a:ln>
        </p:spPr>
      </p:pic>
      <p:sp>
        <p:nvSpPr>
          <p:cNvPr id="4" name="Content Placeholder 3"/>
          <p:cNvSpPr>
            <a:spLocks noGrp="1"/>
          </p:cNvSpPr>
          <p:nvPr>
            <p:ph idx="1"/>
          </p:nvPr>
        </p:nvSpPr>
        <p:spPr>
          <a:xfrm>
            <a:off x="323528" y="1172250"/>
            <a:ext cx="4329682" cy="3370262"/>
          </a:xfrm>
        </p:spPr>
        <p:txBody>
          <a:bodyPr/>
          <a:lstStyle/>
          <a:p>
            <a:pPr lvl="1"/>
            <a:r>
              <a:rPr lang="fr-FR" dirty="0"/>
              <a:t>Nous vous proposons des diapos qui ont été conçues pour une présentation originale des </a:t>
            </a:r>
            <a:r>
              <a:rPr lang="fr-FR" dirty="0">
                <a:solidFill>
                  <a:srgbClr val="FF7900"/>
                </a:solidFill>
              </a:rPr>
              <a:t>données</a:t>
            </a:r>
            <a:r>
              <a:rPr lang="fr-FR" dirty="0"/>
              <a:t>. Ces diapos utilisent notre modèle PowerPoint et proposent différentes mises en forme de textes, tableaux, infographies ou diagrammes. </a:t>
            </a:r>
          </a:p>
          <a:p>
            <a:pPr lvl="1"/>
            <a:r>
              <a:rPr lang="fr-FR" dirty="0"/>
              <a:t>Ces diapos peuvent facilement être utilisées avec vos propres contenus et vous évitent de partir d’une diapo vierge.</a:t>
            </a:r>
          </a:p>
          <a:p>
            <a:pPr lvl="1"/>
            <a:r>
              <a:rPr lang="fr-FR" dirty="0"/>
              <a:t>La présentation </a:t>
            </a:r>
            <a:r>
              <a:rPr lang="fr-FR" dirty="0">
                <a:solidFill>
                  <a:srgbClr val="FF7900"/>
                </a:solidFill>
              </a:rPr>
              <a:t>Outils et éléments utiles </a:t>
            </a:r>
            <a:r>
              <a:rPr lang="fr-FR" dirty="0"/>
              <a:t>intègre une partie consacrée à la présentation des données les plus courantes. Les contenus peuvent être facilement copiés pour vos propres présentations. </a:t>
            </a:r>
          </a:p>
        </p:txBody>
      </p:sp>
      <p:sp>
        <p:nvSpPr>
          <p:cNvPr id="3" name="Title 2"/>
          <p:cNvSpPr>
            <a:spLocks noGrp="1"/>
          </p:cNvSpPr>
          <p:nvPr>
            <p:ph type="title"/>
          </p:nvPr>
        </p:nvSpPr>
        <p:spPr/>
        <p:txBody>
          <a:bodyPr/>
          <a:lstStyle/>
          <a:p>
            <a:r>
              <a:rPr lang="fr-FR" dirty="0"/>
              <a:t>Mise en forme des données</a:t>
            </a:r>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34403" y="1181099"/>
            <a:ext cx="1889144" cy="1062643"/>
          </a:xfrm>
          <a:prstGeom prst="rect">
            <a:avLst/>
          </a:prstGeom>
          <a:ln>
            <a:solidFill>
              <a:schemeClr val="bg1">
                <a:lumMod val="75000"/>
              </a:schemeClr>
            </a:solidFill>
          </a:ln>
        </p:spPr>
      </p:pic>
      <p:pic>
        <p:nvPicPr>
          <p:cNvPr id="21" name="Picture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19897" y="3474362"/>
            <a:ext cx="1889145" cy="1062643"/>
          </a:xfrm>
          <a:prstGeom prst="rect">
            <a:avLst/>
          </a:prstGeom>
          <a:ln>
            <a:solidFill>
              <a:schemeClr val="bg1">
                <a:lumMod val="75000"/>
              </a:schemeClr>
            </a:solidFill>
          </a:ln>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2040" y="3471022"/>
            <a:ext cx="1889145" cy="1062643"/>
          </a:xfrm>
          <a:prstGeom prst="rect">
            <a:avLst/>
          </a:prstGeom>
          <a:ln>
            <a:solidFill>
              <a:schemeClr val="bg1">
                <a:lumMod val="75000"/>
              </a:schemeClr>
            </a:solidFill>
          </a:ln>
        </p:spPr>
      </p:pic>
    </p:spTree>
    <p:extLst>
      <p:ext uri="{BB962C8B-B14F-4D97-AF65-F5344CB8AC3E}">
        <p14:creationId xmlns:p14="http://schemas.microsoft.com/office/powerpoint/2010/main" val="27809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6C4F678-1CA2-478B-BD5B-8DA8D6721D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8110" y="3494458"/>
            <a:ext cx="1888000" cy="1062000"/>
          </a:xfrm>
          <a:prstGeom prst="rect">
            <a:avLst/>
          </a:prstGeom>
          <a:ln w="12700">
            <a:solidFill>
              <a:schemeClr val="tx1"/>
            </a:solidFill>
          </a:ln>
        </p:spPr>
      </p:pic>
      <p:pic>
        <p:nvPicPr>
          <p:cNvPr id="5" name="Image 4">
            <a:extLst>
              <a:ext uri="{FF2B5EF4-FFF2-40B4-BE49-F238E27FC236}">
                <a16:creationId xmlns:a16="http://schemas.microsoft.com/office/drawing/2014/main" id="{1248AC99-E451-4CDD-B752-06E54BE509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1265" y="1152853"/>
            <a:ext cx="3916800" cy="2203200"/>
          </a:xfrm>
          <a:prstGeom prst="rect">
            <a:avLst/>
          </a:prstGeom>
          <a:ln w="12700">
            <a:solidFill>
              <a:schemeClr val="tx1"/>
            </a:solidFill>
          </a:ln>
        </p:spPr>
      </p:pic>
      <p:sp>
        <p:nvSpPr>
          <p:cNvPr id="4" name="Content Placeholder 3"/>
          <p:cNvSpPr>
            <a:spLocks noGrp="1"/>
          </p:cNvSpPr>
          <p:nvPr>
            <p:ph idx="1"/>
          </p:nvPr>
        </p:nvSpPr>
        <p:spPr>
          <a:xfrm>
            <a:off x="314325" y="1181101"/>
            <a:ext cx="4113659" cy="3370262"/>
          </a:xfrm>
        </p:spPr>
        <p:txBody>
          <a:bodyPr/>
          <a:lstStyle/>
          <a:p>
            <a:pPr lvl="1"/>
            <a:r>
              <a:rPr lang="fr-FR" dirty="0"/>
              <a:t>L’utilisation de tuiles et d’aplats sont des éléments clés pour animer vos présentations.</a:t>
            </a:r>
          </a:p>
          <a:p>
            <a:pPr lvl="1"/>
            <a:r>
              <a:rPr lang="fr-FR" dirty="0"/>
              <a:t>Ils vous permettent de dynamiser vos diapos et de mettre l’accent sur les éléments les plus importants.</a:t>
            </a:r>
          </a:p>
          <a:p>
            <a:pPr lvl="1"/>
            <a:r>
              <a:rPr lang="fr-FR" dirty="0"/>
              <a:t>Des exemples sont proposés dans les deux présentations d’aide : le </a:t>
            </a:r>
            <a:r>
              <a:rPr lang="fr-FR" dirty="0">
                <a:solidFill>
                  <a:schemeClr val="bg2"/>
                </a:solidFill>
              </a:rPr>
              <a:t>Best Practice </a:t>
            </a:r>
            <a:r>
              <a:rPr lang="fr-FR" dirty="0"/>
              <a:t>PowerPoint et le document </a:t>
            </a:r>
            <a:r>
              <a:rPr lang="fr-FR" dirty="0">
                <a:solidFill>
                  <a:srgbClr val="FF7900"/>
                </a:solidFill>
              </a:rPr>
              <a:t>Outils et éléments utiles</a:t>
            </a:r>
            <a:r>
              <a:rPr lang="fr-FR" dirty="0"/>
              <a:t>.</a:t>
            </a:r>
          </a:p>
          <a:p>
            <a:pPr lvl="1"/>
            <a:r>
              <a:rPr lang="fr-FR" dirty="0">
                <a:solidFill>
                  <a:schemeClr val="bg2"/>
                </a:solidFill>
              </a:rPr>
              <a:t>Bon à savoir : </a:t>
            </a:r>
            <a:r>
              <a:rPr lang="fr-FR" dirty="0"/>
              <a:t>la présentation </a:t>
            </a:r>
            <a:r>
              <a:rPr lang="fr-FR" dirty="0">
                <a:solidFill>
                  <a:srgbClr val="FF7900"/>
                </a:solidFill>
              </a:rPr>
              <a:t>Outils et éléments utiles</a:t>
            </a:r>
            <a:r>
              <a:rPr lang="fr-FR" dirty="0"/>
              <a:t> est composée de plusieurs sections. </a:t>
            </a:r>
          </a:p>
          <a:p>
            <a:pPr lvl="1"/>
            <a:r>
              <a:rPr lang="fr-FR" dirty="0"/>
              <a:t>Cliquer sur la petite flèche à gauche du nom de la section pour faire apparaitre ou disparaitre la section en cours.</a:t>
            </a:r>
          </a:p>
        </p:txBody>
      </p:sp>
      <p:sp>
        <p:nvSpPr>
          <p:cNvPr id="3" name="Title 2"/>
          <p:cNvSpPr>
            <a:spLocks noGrp="1"/>
          </p:cNvSpPr>
          <p:nvPr>
            <p:ph type="title"/>
          </p:nvPr>
        </p:nvSpPr>
        <p:spPr/>
        <p:txBody>
          <a:bodyPr/>
          <a:lstStyle/>
          <a:p>
            <a:r>
              <a:rPr lang="fr-FR" dirty="0"/>
              <a:t>Tuiles et aplats</a:t>
            </a:r>
          </a:p>
        </p:txBody>
      </p:sp>
      <p:pic>
        <p:nvPicPr>
          <p:cNvPr id="7" name="Image 6">
            <a:extLst>
              <a:ext uri="{FF2B5EF4-FFF2-40B4-BE49-F238E27FC236}">
                <a16:creationId xmlns:a16="http://schemas.microsoft.com/office/drawing/2014/main" id="{0E613B71-7F4D-4FCD-AF95-B0E3A19A5D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7988" y="3494352"/>
            <a:ext cx="1890000" cy="1063125"/>
          </a:xfrm>
          <a:prstGeom prst="rect">
            <a:avLst/>
          </a:prstGeom>
          <a:ln w="12700">
            <a:solidFill>
              <a:schemeClr val="tx1"/>
            </a:solidFill>
          </a:ln>
        </p:spPr>
      </p:pic>
    </p:spTree>
    <p:extLst>
      <p:ext uri="{BB962C8B-B14F-4D97-AF65-F5344CB8AC3E}">
        <p14:creationId xmlns:p14="http://schemas.microsoft.com/office/powerpoint/2010/main" val="22985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14326" y="1181101"/>
            <a:ext cx="3927168" cy="3370262"/>
          </a:xfrm>
        </p:spPr>
        <p:txBody>
          <a:bodyPr/>
          <a:lstStyle/>
          <a:p>
            <a:pPr lvl="1"/>
            <a:r>
              <a:rPr lang="fr-FR" dirty="0"/>
              <a:t>Une série d’icônes est proposée dans la présentation </a:t>
            </a:r>
            <a:r>
              <a:rPr lang="fr-FR" dirty="0">
                <a:solidFill>
                  <a:srgbClr val="FF7900"/>
                </a:solidFill>
              </a:rPr>
              <a:t>Outils et éléments utiles </a:t>
            </a:r>
            <a:r>
              <a:rPr lang="fr-FR" dirty="0"/>
              <a:t>pour vous aider à animer vos diapos et rendre vos présentations plus originales.</a:t>
            </a:r>
          </a:p>
          <a:p>
            <a:pPr lvl="1"/>
            <a:r>
              <a:rPr lang="fr-FR" dirty="0"/>
              <a:t>Toutes les icônes sont au format vectoriel et peuvent redimensionnées facilement. Elles peuvent également être recolorées en blanc ou en orange. </a:t>
            </a:r>
          </a:p>
        </p:txBody>
      </p:sp>
      <p:sp>
        <p:nvSpPr>
          <p:cNvPr id="3" name="Title 2"/>
          <p:cNvSpPr>
            <a:spLocks noGrp="1"/>
          </p:cNvSpPr>
          <p:nvPr>
            <p:ph type="title"/>
          </p:nvPr>
        </p:nvSpPr>
        <p:spPr/>
        <p:txBody>
          <a:bodyPr/>
          <a:lstStyle/>
          <a:p>
            <a:r>
              <a:rPr lang="fr-FR" dirty="0"/>
              <a:t>Icônes</a:t>
            </a:r>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2041" y="3488719"/>
            <a:ext cx="1889145" cy="1062643"/>
          </a:xfrm>
          <a:prstGeom prst="rect">
            <a:avLst/>
          </a:prstGeom>
          <a:ln>
            <a:solidFill>
              <a:schemeClr val="bg1">
                <a:lumMod val="75000"/>
              </a:schemeClr>
            </a:solidFill>
          </a:ln>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0530" y="3488719"/>
            <a:ext cx="1889145" cy="1062643"/>
          </a:xfrm>
          <a:prstGeom prst="rect">
            <a:avLst/>
          </a:prstGeom>
          <a:ln>
            <a:solidFill>
              <a:schemeClr val="bg1">
                <a:lumMod val="75000"/>
              </a:schemeClr>
            </a:solidFill>
          </a:ln>
        </p:spPr>
      </p:pic>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040" y="1181101"/>
            <a:ext cx="3903885" cy="219241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046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6916" y="1133487"/>
            <a:ext cx="4192758" cy="574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sz="half" idx="1"/>
          </p:nvPr>
        </p:nvSpPr>
        <p:spPr/>
        <p:txBody>
          <a:bodyPr>
            <a:normAutofit/>
          </a:bodyPr>
          <a:lstStyle/>
          <a:p>
            <a:pPr lvl="1"/>
            <a:r>
              <a:rPr lang="fr-FR" dirty="0"/>
              <a:t>Une bibliothèque de photos est intégrée dans la présentation </a:t>
            </a:r>
            <a:r>
              <a:rPr lang="fr-FR" dirty="0">
                <a:solidFill>
                  <a:srgbClr val="FF7900"/>
                </a:solidFill>
              </a:rPr>
              <a:t>Outils et éléments utiles </a:t>
            </a:r>
            <a:r>
              <a:rPr lang="fr-FR" dirty="0"/>
              <a:t>pour vous aider à animer vos diapos ou raconter l’histoire de nos clients. Les photos sont un excellent moyen d’animer les tuiles (voir la page concernée). Il peut cependant être nécessaire de redimensionner et rogner les photos pour les adapter à un format spécifique. </a:t>
            </a:r>
          </a:p>
          <a:p>
            <a:pPr lvl="1"/>
            <a:r>
              <a:rPr lang="fr-FR" dirty="0"/>
              <a:t>Pour rogner une photo, cliquez dessus et dans le menu  </a:t>
            </a:r>
            <a:r>
              <a:rPr lang="fr-FR" dirty="0">
                <a:solidFill>
                  <a:srgbClr val="FF7900"/>
                </a:solidFill>
              </a:rPr>
              <a:t>Outils de dessin</a:t>
            </a:r>
            <a:r>
              <a:rPr lang="fr-FR" dirty="0"/>
              <a:t>, choisissez l’outil </a:t>
            </a:r>
            <a:r>
              <a:rPr lang="fr-FR" dirty="0">
                <a:solidFill>
                  <a:srgbClr val="FF7900"/>
                </a:solidFill>
              </a:rPr>
              <a:t>Rogner. </a:t>
            </a:r>
            <a:r>
              <a:rPr lang="fr-FR" dirty="0"/>
              <a:t>De petites poignées noires apparaissent autour de l’image qui vous permettent de rogner votre image pour couvrir exactement la surface souhaitée.  </a:t>
            </a:r>
          </a:p>
        </p:txBody>
      </p:sp>
      <p:sp>
        <p:nvSpPr>
          <p:cNvPr id="3" name="Title 2"/>
          <p:cNvSpPr>
            <a:spLocks noGrp="1"/>
          </p:cNvSpPr>
          <p:nvPr>
            <p:ph type="title"/>
          </p:nvPr>
        </p:nvSpPr>
        <p:spPr/>
        <p:txBody>
          <a:bodyPr/>
          <a:lstStyle/>
          <a:p>
            <a:r>
              <a:rPr lang="fr-FR" dirty="0"/>
              <a:t>Photos</a:t>
            </a:r>
          </a:p>
        </p:txBody>
      </p:sp>
      <p:sp>
        <p:nvSpPr>
          <p:cNvPr id="19" name="Content Placeholder 3"/>
          <p:cNvSpPr txBox="1">
            <a:spLocks/>
          </p:cNvSpPr>
          <p:nvPr/>
        </p:nvSpPr>
        <p:spPr>
          <a:xfrm>
            <a:off x="4636916" y="4111052"/>
            <a:ext cx="4166858" cy="547147"/>
          </a:xfrm>
          <a:prstGeom prst="rect">
            <a:avLst/>
          </a:prstGeom>
        </p:spPr>
        <p:txBody>
          <a:bodyPr vert="horz" lIns="0" tIns="91440" rIns="0" bIns="0" rtlCol="0" anchor="t" anchorCtr="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fr-FR" sz="1000" dirty="0"/>
              <a:t>Agissez sur les petits traits noirs pour dimensionner votre image. Vous pouvez également cliquer au centre de l’image pour modifier la partie visible dans la zone rognée.</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6190" t="21915" r="9285" b="6887"/>
          <a:stretch/>
        </p:blipFill>
        <p:spPr bwMode="auto">
          <a:xfrm>
            <a:off x="4636915" y="1707654"/>
            <a:ext cx="4192759" cy="2403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p:cNvSpPr/>
          <p:nvPr/>
        </p:nvSpPr>
        <p:spPr>
          <a:xfrm>
            <a:off x="8428180" y="1213537"/>
            <a:ext cx="432048" cy="432048"/>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8" name="Oval 17"/>
          <p:cNvSpPr/>
          <p:nvPr/>
        </p:nvSpPr>
        <p:spPr>
          <a:xfrm>
            <a:off x="5176986" y="2664718"/>
            <a:ext cx="432048" cy="432048"/>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
        <p:nvSpPr>
          <p:cNvPr id="10" name="Oval 9"/>
          <p:cNvSpPr/>
          <p:nvPr/>
        </p:nvSpPr>
        <p:spPr>
          <a:xfrm>
            <a:off x="5176986" y="1507947"/>
            <a:ext cx="432048" cy="432048"/>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solidFill>
                <a:srgbClr val="000000"/>
              </a:solidFill>
            </a:endParaRPr>
          </a:p>
        </p:txBody>
      </p:sp>
    </p:spTree>
    <p:extLst>
      <p:ext uri="{BB962C8B-B14F-4D97-AF65-F5344CB8AC3E}">
        <p14:creationId xmlns:p14="http://schemas.microsoft.com/office/powerpoint/2010/main" val="1746688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313200" y="1181100"/>
            <a:ext cx="3898760" cy="3370262"/>
          </a:xfrm>
        </p:spPr>
        <p:txBody>
          <a:bodyPr>
            <a:normAutofit/>
          </a:bodyPr>
          <a:lstStyle/>
          <a:p>
            <a:pPr lvl="1"/>
            <a:r>
              <a:rPr lang="fr-FR" dirty="0"/>
              <a:t>Tout comme les icônes, les illustrations sont au format vectoriel et peuvent être redimensionnées et recolorées.</a:t>
            </a:r>
          </a:p>
          <a:p>
            <a:pPr lvl="1"/>
            <a:r>
              <a:rPr lang="fr-FR" dirty="0"/>
              <a:t>Pour recolorer un objet ou une partie d’une illustration, il suffit de cliquer sur la partie de l’objet à recolorer. L’objet est identifié et l’outil </a:t>
            </a:r>
            <a:r>
              <a:rPr lang="fr-FR" dirty="0">
                <a:solidFill>
                  <a:srgbClr val="FF7900"/>
                </a:solidFill>
              </a:rPr>
              <a:t>Remplissage de la forme </a:t>
            </a:r>
            <a:r>
              <a:rPr lang="fr-FR" dirty="0"/>
              <a:t>du menu </a:t>
            </a:r>
            <a:r>
              <a:rPr lang="fr-FR" dirty="0">
                <a:solidFill>
                  <a:srgbClr val="FF7900"/>
                </a:solidFill>
              </a:rPr>
              <a:t>Outils de dessin</a:t>
            </a:r>
            <a:r>
              <a:rPr lang="fr-FR" dirty="0"/>
              <a:t> permet de recolorer la partie sélectionnée.</a:t>
            </a:r>
          </a:p>
          <a:p>
            <a:pPr lvl="1"/>
            <a:r>
              <a:rPr lang="fr-FR" dirty="0">
                <a:solidFill>
                  <a:schemeClr val="bg2"/>
                </a:solidFill>
              </a:rPr>
              <a:t>Bon à savoir : </a:t>
            </a:r>
            <a:r>
              <a:rPr lang="fr-FR" dirty="0"/>
              <a:t>les illustrations sont des groupes d’objets. Parfois une mauvaise sélection ou une manipulation hasardeuse peuvent affecter l’ensemble du groupe. </a:t>
            </a:r>
          </a:p>
          <a:p>
            <a:pPr lvl="1"/>
            <a:endParaRPr lang="fr-FR" dirty="0"/>
          </a:p>
        </p:txBody>
      </p:sp>
      <p:sp>
        <p:nvSpPr>
          <p:cNvPr id="3" name="Title 2"/>
          <p:cNvSpPr>
            <a:spLocks noGrp="1"/>
          </p:cNvSpPr>
          <p:nvPr>
            <p:ph type="title"/>
          </p:nvPr>
        </p:nvSpPr>
        <p:spPr/>
        <p:txBody>
          <a:bodyPr/>
          <a:lstStyle/>
          <a:p>
            <a:r>
              <a:rPr lang="fr-FR" dirty="0"/>
              <a:t>Illustrations</a:t>
            </a:r>
          </a:p>
        </p:txBody>
      </p:sp>
      <p:pic>
        <p:nvPicPr>
          <p:cNvPr id="409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2452" r="51630" b="59562"/>
          <a:stretch/>
        </p:blipFill>
        <p:spPr bwMode="auto">
          <a:xfrm>
            <a:off x="4572000" y="1175951"/>
            <a:ext cx="924480" cy="1467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6" name="Image 4095">
            <a:extLst>
              <a:ext uri="{FF2B5EF4-FFF2-40B4-BE49-F238E27FC236}">
                <a16:creationId xmlns:a16="http://schemas.microsoft.com/office/drawing/2014/main" id="{7FBD564C-0C87-4B12-9D58-60FF76A6F0AF}"/>
              </a:ext>
            </a:extLst>
          </p:cNvPr>
          <p:cNvPicPr>
            <a:picLocks noChangeAspect="1"/>
          </p:cNvPicPr>
          <p:nvPr/>
        </p:nvPicPr>
        <p:blipFill rotWithShape="1">
          <a:blip r:embed="rId3"/>
          <a:srcRect l="35038" t="5194" r="20863" b="9381"/>
          <a:stretch/>
        </p:blipFill>
        <p:spPr>
          <a:xfrm>
            <a:off x="4446526" y="1356629"/>
            <a:ext cx="2935810" cy="3197358"/>
          </a:xfrm>
          <a:prstGeom prst="rect">
            <a:avLst/>
          </a:prstGeom>
        </p:spPr>
      </p:pic>
      <p:grpSp>
        <p:nvGrpSpPr>
          <p:cNvPr id="211" name="Group 4">
            <a:extLst>
              <a:ext uri="{FF2B5EF4-FFF2-40B4-BE49-F238E27FC236}">
                <a16:creationId xmlns:a16="http://schemas.microsoft.com/office/drawing/2014/main" id="{97244022-D56D-4875-A9ED-0F3572E1995B}"/>
              </a:ext>
            </a:extLst>
          </p:cNvPr>
          <p:cNvGrpSpPr>
            <a:grpSpLocks noChangeAspect="1"/>
          </p:cNvGrpSpPr>
          <p:nvPr/>
        </p:nvGrpSpPr>
        <p:grpSpPr bwMode="auto">
          <a:xfrm>
            <a:off x="7475032" y="1402897"/>
            <a:ext cx="1510144" cy="1509212"/>
            <a:chOff x="1259" y="0"/>
            <a:chExt cx="3242" cy="3240"/>
          </a:xfrm>
        </p:grpSpPr>
        <p:sp>
          <p:nvSpPr>
            <p:cNvPr id="212" name="AutoShape 3">
              <a:extLst>
                <a:ext uri="{FF2B5EF4-FFF2-40B4-BE49-F238E27FC236}">
                  <a16:creationId xmlns:a16="http://schemas.microsoft.com/office/drawing/2014/main" id="{296D4CDD-7C1C-40B5-BDE1-C9A00BCA1D5F}"/>
                </a:ext>
              </a:extLst>
            </p:cNvPr>
            <p:cNvSpPr>
              <a:spLocks noChangeAspect="1" noChangeArrowheads="1" noTextEdit="1"/>
            </p:cNvSpPr>
            <p:nvPr/>
          </p:nvSpPr>
          <p:spPr bwMode="auto">
            <a:xfrm>
              <a:off x="1259" y="0"/>
              <a:ext cx="3242" cy="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3" name="Rectangle 5">
              <a:extLst>
                <a:ext uri="{FF2B5EF4-FFF2-40B4-BE49-F238E27FC236}">
                  <a16:creationId xmlns:a16="http://schemas.microsoft.com/office/drawing/2014/main" id="{43511841-28E1-47A2-A440-C8AD894C2089}"/>
                </a:ext>
              </a:extLst>
            </p:cNvPr>
            <p:cNvSpPr>
              <a:spLocks noChangeArrowheads="1"/>
            </p:cNvSpPr>
            <p:nvPr/>
          </p:nvSpPr>
          <p:spPr bwMode="auto">
            <a:xfrm>
              <a:off x="1265" y="-11"/>
              <a:ext cx="3236" cy="324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 name="Freeform 6">
              <a:extLst>
                <a:ext uri="{FF2B5EF4-FFF2-40B4-BE49-F238E27FC236}">
                  <a16:creationId xmlns:a16="http://schemas.microsoft.com/office/drawing/2014/main" id="{5A2032F0-1564-4DEB-9C81-521938B8D4A1}"/>
                </a:ext>
              </a:extLst>
            </p:cNvPr>
            <p:cNvSpPr>
              <a:spLocks/>
            </p:cNvSpPr>
            <p:nvPr/>
          </p:nvSpPr>
          <p:spPr bwMode="auto">
            <a:xfrm>
              <a:off x="1574" y="705"/>
              <a:ext cx="2618" cy="1944"/>
            </a:xfrm>
            <a:custGeom>
              <a:avLst/>
              <a:gdLst>
                <a:gd name="T0" fmla="*/ 2290 w 4579"/>
                <a:gd name="T1" fmla="*/ 0 h 3401"/>
                <a:gd name="T2" fmla="*/ 0 w 4579"/>
                <a:gd name="T3" fmla="*/ 2289 h 3401"/>
                <a:gd name="T4" fmla="*/ 288 w 4579"/>
                <a:gd name="T5" fmla="*/ 3401 h 3401"/>
                <a:gd name="T6" fmla="*/ 4306 w 4579"/>
                <a:gd name="T7" fmla="*/ 3375 h 3401"/>
                <a:gd name="T8" fmla="*/ 4579 w 4579"/>
                <a:gd name="T9" fmla="*/ 2289 h 3401"/>
                <a:gd name="T10" fmla="*/ 2290 w 4579"/>
                <a:gd name="T11" fmla="*/ 0 h 3401"/>
              </a:gdLst>
              <a:ahLst/>
              <a:cxnLst>
                <a:cxn ang="0">
                  <a:pos x="T0" y="T1"/>
                </a:cxn>
                <a:cxn ang="0">
                  <a:pos x="T2" y="T3"/>
                </a:cxn>
                <a:cxn ang="0">
                  <a:pos x="T4" y="T5"/>
                </a:cxn>
                <a:cxn ang="0">
                  <a:pos x="T6" y="T7"/>
                </a:cxn>
                <a:cxn ang="0">
                  <a:pos x="T8" y="T9"/>
                </a:cxn>
                <a:cxn ang="0">
                  <a:pos x="T10" y="T11"/>
                </a:cxn>
              </a:cxnLst>
              <a:rect l="0" t="0" r="r" b="b"/>
              <a:pathLst>
                <a:path w="4579" h="3401">
                  <a:moveTo>
                    <a:pt x="2290" y="0"/>
                  </a:moveTo>
                  <a:cubicBezTo>
                    <a:pt x="1025" y="0"/>
                    <a:pt x="0" y="1025"/>
                    <a:pt x="0" y="2289"/>
                  </a:cubicBezTo>
                  <a:cubicBezTo>
                    <a:pt x="0" y="2692"/>
                    <a:pt x="105" y="3072"/>
                    <a:pt x="288" y="3401"/>
                  </a:cubicBezTo>
                  <a:cubicBezTo>
                    <a:pt x="4306" y="3375"/>
                    <a:pt x="4306" y="3375"/>
                    <a:pt x="4306" y="3375"/>
                  </a:cubicBezTo>
                  <a:cubicBezTo>
                    <a:pt x="4480" y="3052"/>
                    <a:pt x="4579" y="2682"/>
                    <a:pt x="4579" y="2289"/>
                  </a:cubicBezTo>
                  <a:cubicBezTo>
                    <a:pt x="4579" y="1025"/>
                    <a:pt x="3554" y="0"/>
                    <a:pt x="2290" y="0"/>
                  </a:cubicBezTo>
                  <a:close/>
                </a:path>
              </a:pathLst>
            </a:custGeom>
            <a:solidFill>
              <a:srgbClr val="FF7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p>
          </p:txBody>
        </p:sp>
        <p:sp>
          <p:nvSpPr>
            <p:cNvPr id="215" name="Rectangle 7">
              <a:extLst>
                <a:ext uri="{FF2B5EF4-FFF2-40B4-BE49-F238E27FC236}">
                  <a16:creationId xmlns:a16="http://schemas.microsoft.com/office/drawing/2014/main" id="{A9F5F4FF-0E92-4A6B-9D48-AFEB66DBF792}"/>
                </a:ext>
              </a:extLst>
            </p:cNvPr>
            <p:cNvSpPr>
              <a:spLocks noChangeArrowheads="1"/>
            </p:cNvSpPr>
            <p:nvPr/>
          </p:nvSpPr>
          <p:spPr bwMode="auto">
            <a:xfrm>
              <a:off x="1246" y="2629"/>
              <a:ext cx="3255" cy="62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dirty="0"/>
            </a:p>
          </p:txBody>
        </p:sp>
        <p:sp>
          <p:nvSpPr>
            <p:cNvPr id="216" name="Rectangle 8">
              <a:extLst>
                <a:ext uri="{FF2B5EF4-FFF2-40B4-BE49-F238E27FC236}">
                  <a16:creationId xmlns:a16="http://schemas.microsoft.com/office/drawing/2014/main" id="{2684ACF8-ABEB-438C-AC2D-E72FCD61A0E7}"/>
                </a:ext>
              </a:extLst>
            </p:cNvPr>
            <p:cNvSpPr>
              <a:spLocks noChangeArrowheads="1"/>
            </p:cNvSpPr>
            <p:nvPr/>
          </p:nvSpPr>
          <p:spPr bwMode="auto">
            <a:xfrm>
              <a:off x="2200" y="2425"/>
              <a:ext cx="1659"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 name="Freeform 9">
              <a:extLst>
                <a:ext uri="{FF2B5EF4-FFF2-40B4-BE49-F238E27FC236}">
                  <a16:creationId xmlns:a16="http://schemas.microsoft.com/office/drawing/2014/main" id="{1D6A085F-0F64-4E5F-A1E9-5ECD5B37F21E}"/>
                </a:ext>
              </a:extLst>
            </p:cNvPr>
            <p:cNvSpPr>
              <a:spLocks/>
            </p:cNvSpPr>
            <p:nvPr/>
          </p:nvSpPr>
          <p:spPr bwMode="auto">
            <a:xfrm>
              <a:off x="2339" y="2369"/>
              <a:ext cx="1230" cy="111"/>
            </a:xfrm>
            <a:custGeom>
              <a:avLst/>
              <a:gdLst>
                <a:gd name="T0" fmla="*/ 1230 w 1230"/>
                <a:gd name="T1" fmla="*/ 0 h 111"/>
                <a:gd name="T2" fmla="*/ 0 w 1230"/>
                <a:gd name="T3" fmla="*/ 0 h 111"/>
                <a:gd name="T4" fmla="*/ 0 w 1230"/>
                <a:gd name="T5" fmla="*/ 111 h 111"/>
                <a:gd name="T6" fmla="*/ 926 w 1230"/>
                <a:gd name="T7" fmla="*/ 111 h 111"/>
                <a:gd name="T8" fmla="*/ 1081 w 1230"/>
                <a:gd name="T9" fmla="*/ 80 h 111"/>
                <a:gd name="T10" fmla="*/ 1230 w 1230"/>
                <a:gd name="T11" fmla="*/ 0 h 111"/>
              </a:gdLst>
              <a:ahLst/>
              <a:cxnLst>
                <a:cxn ang="0">
                  <a:pos x="T0" y="T1"/>
                </a:cxn>
                <a:cxn ang="0">
                  <a:pos x="T2" y="T3"/>
                </a:cxn>
                <a:cxn ang="0">
                  <a:pos x="T4" y="T5"/>
                </a:cxn>
                <a:cxn ang="0">
                  <a:pos x="T6" y="T7"/>
                </a:cxn>
                <a:cxn ang="0">
                  <a:pos x="T8" y="T9"/>
                </a:cxn>
                <a:cxn ang="0">
                  <a:pos x="T10" y="T11"/>
                </a:cxn>
              </a:cxnLst>
              <a:rect l="0" t="0" r="r" b="b"/>
              <a:pathLst>
                <a:path w="1230" h="111">
                  <a:moveTo>
                    <a:pt x="1230" y="0"/>
                  </a:moveTo>
                  <a:lnTo>
                    <a:pt x="0" y="0"/>
                  </a:lnTo>
                  <a:lnTo>
                    <a:pt x="0" y="111"/>
                  </a:lnTo>
                  <a:lnTo>
                    <a:pt x="926" y="111"/>
                  </a:lnTo>
                  <a:lnTo>
                    <a:pt x="1081" y="80"/>
                  </a:lnTo>
                  <a:lnTo>
                    <a:pt x="12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8" name="Freeform 10">
              <a:extLst>
                <a:ext uri="{FF2B5EF4-FFF2-40B4-BE49-F238E27FC236}">
                  <a16:creationId xmlns:a16="http://schemas.microsoft.com/office/drawing/2014/main" id="{804D4EEB-55E4-4CBB-A60B-A0F153948080}"/>
                </a:ext>
              </a:extLst>
            </p:cNvPr>
            <p:cNvSpPr>
              <a:spLocks/>
            </p:cNvSpPr>
            <p:nvPr/>
          </p:nvSpPr>
          <p:spPr bwMode="auto">
            <a:xfrm>
              <a:off x="3157" y="2086"/>
              <a:ext cx="271" cy="363"/>
            </a:xfrm>
            <a:custGeom>
              <a:avLst/>
              <a:gdLst>
                <a:gd name="T0" fmla="*/ 83 w 271"/>
                <a:gd name="T1" fmla="*/ 0 h 363"/>
                <a:gd name="T2" fmla="*/ 271 w 271"/>
                <a:gd name="T3" fmla="*/ 339 h 363"/>
                <a:gd name="T4" fmla="*/ 0 w 271"/>
                <a:gd name="T5" fmla="*/ 363 h 363"/>
                <a:gd name="T6" fmla="*/ 63 w 271"/>
                <a:gd name="T7" fmla="*/ 54 h 363"/>
                <a:gd name="T8" fmla="*/ 83 w 271"/>
                <a:gd name="T9" fmla="*/ 0 h 363"/>
              </a:gdLst>
              <a:ahLst/>
              <a:cxnLst>
                <a:cxn ang="0">
                  <a:pos x="T0" y="T1"/>
                </a:cxn>
                <a:cxn ang="0">
                  <a:pos x="T2" y="T3"/>
                </a:cxn>
                <a:cxn ang="0">
                  <a:pos x="T4" y="T5"/>
                </a:cxn>
                <a:cxn ang="0">
                  <a:pos x="T6" y="T7"/>
                </a:cxn>
                <a:cxn ang="0">
                  <a:pos x="T8" y="T9"/>
                </a:cxn>
              </a:cxnLst>
              <a:rect l="0" t="0" r="r" b="b"/>
              <a:pathLst>
                <a:path w="271" h="363">
                  <a:moveTo>
                    <a:pt x="83" y="0"/>
                  </a:moveTo>
                  <a:lnTo>
                    <a:pt x="271" y="339"/>
                  </a:lnTo>
                  <a:lnTo>
                    <a:pt x="0" y="363"/>
                  </a:lnTo>
                  <a:lnTo>
                    <a:pt x="63" y="54"/>
                  </a:lnTo>
                  <a:lnTo>
                    <a:pt x="83"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9" name="Freeform 11">
              <a:extLst>
                <a:ext uri="{FF2B5EF4-FFF2-40B4-BE49-F238E27FC236}">
                  <a16:creationId xmlns:a16="http://schemas.microsoft.com/office/drawing/2014/main" id="{843FB7D2-6DB9-4E15-A768-321550BC43D9}"/>
                </a:ext>
              </a:extLst>
            </p:cNvPr>
            <p:cNvSpPr>
              <a:spLocks/>
            </p:cNvSpPr>
            <p:nvPr/>
          </p:nvSpPr>
          <p:spPr bwMode="auto">
            <a:xfrm>
              <a:off x="1887" y="2394"/>
              <a:ext cx="261" cy="110"/>
            </a:xfrm>
            <a:custGeom>
              <a:avLst/>
              <a:gdLst>
                <a:gd name="T0" fmla="*/ 151 w 261"/>
                <a:gd name="T1" fmla="*/ 0 h 110"/>
                <a:gd name="T2" fmla="*/ 0 w 261"/>
                <a:gd name="T3" fmla="*/ 110 h 110"/>
                <a:gd name="T4" fmla="*/ 261 w 261"/>
                <a:gd name="T5" fmla="*/ 110 h 110"/>
                <a:gd name="T6" fmla="*/ 151 w 261"/>
                <a:gd name="T7" fmla="*/ 0 h 110"/>
              </a:gdLst>
              <a:ahLst/>
              <a:cxnLst>
                <a:cxn ang="0">
                  <a:pos x="T0" y="T1"/>
                </a:cxn>
                <a:cxn ang="0">
                  <a:pos x="T2" y="T3"/>
                </a:cxn>
                <a:cxn ang="0">
                  <a:pos x="T4" y="T5"/>
                </a:cxn>
                <a:cxn ang="0">
                  <a:pos x="T6" y="T7"/>
                </a:cxn>
              </a:cxnLst>
              <a:rect l="0" t="0" r="r" b="b"/>
              <a:pathLst>
                <a:path w="261" h="110">
                  <a:moveTo>
                    <a:pt x="151" y="0"/>
                  </a:moveTo>
                  <a:lnTo>
                    <a:pt x="0" y="110"/>
                  </a:lnTo>
                  <a:lnTo>
                    <a:pt x="261" y="110"/>
                  </a:lnTo>
                  <a:lnTo>
                    <a:pt x="1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0" name="Freeform 12">
              <a:extLst>
                <a:ext uri="{FF2B5EF4-FFF2-40B4-BE49-F238E27FC236}">
                  <a16:creationId xmlns:a16="http://schemas.microsoft.com/office/drawing/2014/main" id="{A95A4659-BD02-4F7E-854A-74630C7E97C9}"/>
                </a:ext>
              </a:extLst>
            </p:cNvPr>
            <p:cNvSpPr>
              <a:spLocks/>
            </p:cNvSpPr>
            <p:nvPr/>
          </p:nvSpPr>
          <p:spPr bwMode="auto">
            <a:xfrm>
              <a:off x="3631" y="2268"/>
              <a:ext cx="283" cy="157"/>
            </a:xfrm>
            <a:custGeom>
              <a:avLst/>
              <a:gdLst>
                <a:gd name="T0" fmla="*/ 111 w 283"/>
                <a:gd name="T1" fmla="*/ 0 h 157"/>
                <a:gd name="T2" fmla="*/ 0 w 283"/>
                <a:gd name="T3" fmla="*/ 157 h 157"/>
                <a:gd name="T4" fmla="*/ 283 w 283"/>
                <a:gd name="T5" fmla="*/ 157 h 157"/>
                <a:gd name="T6" fmla="*/ 111 w 283"/>
                <a:gd name="T7" fmla="*/ 0 h 157"/>
              </a:gdLst>
              <a:ahLst/>
              <a:cxnLst>
                <a:cxn ang="0">
                  <a:pos x="T0" y="T1"/>
                </a:cxn>
                <a:cxn ang="0">
                  <a:pos x="T2" y="T3"/>
                </a:cxn>
                <a:cxn ang="0">
                  <a:pos x="T4" y="T5"/>
                </a:cxn>
                <a:cxn ang="0">
                  <a:pos x="T6" y="T7"/>
                </a:cxn>
              </a:cxnLst>
              <a:rect l="0" t="0" r="r" b="b"/>
              <a:pathLst>
                <a:path w="283" h="157">
                  <a:moveTo>
                    <a:pt x="111" y="0"/>
                  </a:moveTo>
                  <a:lnTo>
                    <a:pt x="0" y="157"/>
                  </a:lnTo>
                  <a:lnTo>
                    <a:pt x="283" y="157"/>
                  </a:lnTo>
                  <a:lnTo>
                    <a:pt x="111"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 name="Freeform 13">
              <a:extLst>
                <a:ext uri="{FF2B5EF4-FFF2-40B4-BE49-F238E27FC236}">
                  <a16:creationId xmlns:a16="http://schemas.microsoft.com/office/drawing/2014/main" id="{113CA388-B2CC-470B-AEB8-022B73A04D07}"/>
                </a:ext>
              </a:extLst>
            </p:cNvPr>
            <p:cNvSpPr>
              <a:spLocks/>
            </p:cNvSpPr>
            <p:nvPr/>
          </p:nvSpPr>
          <p:spPr bwMode="auto">
            <a:xfrm>
              <a:off x="2200" y="2283"/>
              <a:ext cx="277" cy="221"/>
            </a:xfrm>
            <a:custGeom>
              <a:avLst/>
              <a:gdLst>
                <a:gd name="T0" fmla="*/ 0 w 277"/>
                <a:gd name="T1" fmla="*/ 221 h 221"/>
                <a:gd name="T2" fmla="*/ 185 w 277"/>
                <a:gd name="T3" fmla="*/ 221 h 221"/>
                <a:gd name="T4" fmla="*/ 277 w 277"/>
                <a:gd name="T5" fmla="*/ 111 h 221"/>
                <a:gd name="T6" fmla="*/ 208 w 277"/>
                <a:gd name="T7" fmla="*/ 0 h 221"/>
                <a:gd name="T8" fmla="*/ 38 w 277"/>
                <a:gd name="T9" fmla="*/ 65 h 221"/>
                <a:gd name="T10" fmla="*/ 0 w 277"/>
                <a:gd name="T11" fmla="*/ 221 h 221"/>
              </a:gdLst>
              <a:ahLst/>
              <a:cxnLst>
                <a:cxn ang="0">
                  <a:pos x="T0" y="T1"/>
                </a:cxn>
                <a:cxn ang="0">
                  <a:pos x="T2" y="T3"/>
                </a:cxn>
                <a:cxn ang="0">
                  <a:pos x="T4" y="T5"/>
                </a:cxn>
                <a:cxn ang="0">
                  <a:pos x="T6" y="T7"/>
                </a:cxn>
                <a:cxn ang="0">
                  <a:pos x="T8" y="T9"/>
                </a:cxn>
                <a:cxn ang="0">
                  <a:pos x="T10" y="T11"/>
                </a:cxn>
              </a:cxnLst>
              <a:rect l="0" t="0" r="r" b="b"/>
              <a:pathLst>
                <a:path w="277" h="221">
                  <a:moveTo>
                    <a:pt x="0" y="221"/>
                  </a:moveTo>
                  <a:lnTo>
                    <a:pt x="185" y="221"/>
                  </a:lnTo>
                  <a:lnTo>
                    <a:pt x="277" y="111"/>
                  </a:lnTo>
                  <a:lnTo>
                    <a:pt x="208" y="0"/>
                  </a:lnTo>
                  <a:lnTo>
                    <a:pt x="38" y="65"/>
                  </a:lnTo>
                  <a:lnTo>
                    <a:pt x="0" y="221"/>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2" name="Freeform 14">
              <a:extLst>
                <a:ext uri="{FF2B5EF4-FFF2-40B4-BE49-F238E27FC236}">
                  <a16:creationId xmlns:a16="http://schemas.microsoft.com/office/drawing/2014/main" id="{D9F8EBAB-92CF-41B7-90BD-B775162A7D42}"/>
                </a:ext>
              </a:extLst>
            </p:cNvPr>
            <p:cNvSpPr>
              <a:spLocks/>
            </p:cNvSpPr>
            <p:nvPr/>
          </p:nvSpPr>
          <p:spPr bwMode="auto">
            <a:xfrm>
              <a:off x="2261" y="2054"/>
              <a:ext cx="565" cy="450"/>
            </a:xfrm>
            <a:custGeom>
              <a:avLst/>
              <a:gdLst>
                <a:gd name="T0" fmla="*/ 0 w 989"/>
                <a:gd name="T1" fmla="*/ 165 h 788"/>
                <a:gd name="T2" fmla="*/ 389 w 989"/>
                <a:gd name="T3" fmla="*/ 788 h 788"/>
                <a:gd name="T4" fmla="*/ 448 w 989"/>
                <a:gd name="T5" fmla="*/ 788 h 788"/>
                <a:gd name="T6" fmla="*/ 540 w 989"/>
                <a:gd name="T7" fmla="*/ 679 h 788"/>
                <a:gd name="T8" fmla="*/ 989 w 989"/>
                <a:gd name="T9" fmla="*/ 745 h 788"/>
                <a:gd name="T10" fmla="*/ 896 w 989"/>
                <a:gd name="T11" fmla="*/ 316 h 788"/>
                <a:gd name="T12" fmla="*/ 0 w 989"/>
                <a:gd name="T13" fmla="*/ 165 h 788"/>
              </a:gdLst>
              <a:ahLst/>
              <a:cxnLst>
                <a:cxn ang="0">
                  <a:pos x="T0" y="T1"/>
                </a:cxn>
                <a:cxn ang="0">
                  <a:pos x="T2" y="T3"/>
                </a:cxn>
                <a:cxn ang="0">
                  <a:pos x="T4" y="T5"/>
                </a:cxn>
                <a:cxn ang="0">
                  <a:pos x="T6" y="T7"/>
                </a:cxn>
                <a:cxn ang="0">
                  <a:pos x="T8" y="T9"/>
                </a:cxn>
                <a:cxn ang="0">
                  <a:pos x="T10" y="T11"/>
                </a:cxn>
                <a:cxn ang="0">
                  <a:pos x="T12" y="T13"/>
                </a:cxn>
              </a:cxnLst>
              <a:rect l="0" t="0" r="r" b="b"/>
              <a:pathLst>
                <a:path w="989" h="788">
                  <a:moveTo>
                    <a:pt x="0" y="165"/>
                  </a:moveTo>
                  <a:cubicBezTo>
                    <a:pt x="389" y="788"/>
                    <a:pt x="389" y="788"/>
                    <a:pt x="389" y="788"/>
                  </a:cubicBezTo>
                  <a:cubicBezTo>
                    <a:pt x="448" y="788"/>
                    <a:pt x="448" y="788"/>
                    <a:pt x="448" y="788"/>
                  </a:cubicBezTo>
                  <a:cubicBezTo>
                    <a:pt x="540" y="679"/>
                    <a:pt x="540" y="679"/>
                    <a:pt x="540" y="679"/>
                  </a:cubicBezTo>
                  <a:cubicBezTo>
                    <a:pt x="540" y="679"/>
                    <a:pt x="791" y="679"/>
                    <a:pt x="989" y="745"/>
                  </a:cubicBezTo>
                  <a:cubicBezTo>
                    <a:pt x="896" y="316"/>
                    <a:pt x="896" y="316"/>
                    <a:pt x="896" y="316"/>
                  </a:cubicBezTo>
                  <a:cubicBezTo>
                    <a:pt x="896" y="316"/>
                    <a:pt x="573" y="0"/>
                    <a:pt x="0" y="16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3" name="Freeform 15">
              <a:extLst>
                <a:ext uri="{FF2B5EF4-FFF2-40B4-BE49-F238E27FC236}">
                  <a16:creationId xmlns:a16="http://schemas.microsoft.com/office/drawing/2014/main" id="{22A2DDD5-BC31-438A-87A0-C1C3F84890D0}"/>
                </a:ext>
              </a:extLst>
            </p:cNvPr>
            <p:cNvSpPr>
              <a:spLocks/>
            </p:cNvSpPr>
            <p:nvPr/>
          </p:nvSpPr>
          <p:spPr bwMode="auto">
            <a:xfrm>
              <a:off x="2773" y="1801"/>
              <a:ext cx="570" cy="720"/>
            </a:xfrm>
            <a:custGeom>
              <a:avLst/>
              <a:gdLst>
                <a:gd name="T0" fmla="*/ 0 w 996"/>
                <a:gd name="T1" fmla="*/ 758 h 1260"/>
                <a:gd name="T2" fmla="*/ 996 w 996"/>
                <a:gd name="T3" fmla="*/ 0 h 1260"/>
                <a:gd name="T4" fmla="*/ 722 w 996"/>
                <a:gd name="T5" fmla="*/ 1251 h 1260"/>
                <a:gd name="T6" fmla="*/ 653 w 996"/>
                <a:gd name="T7" fmla="*/ 1260 h 1260"/>
                <a:gd name="T8" fmla="*/ 0 w 996"/>
                <a:gd name="T9" fmla="*/ 758 h 1260"/>
              </a:gdLst>
              <a:ahLst/>
              <a:cxnLst>
                <a:cxn ang="0">
                  <a:pos x="T0" y="T1"/>
                </a:cxn>
                <a:cxn ang="0">
                  <a:pos x="T2" y="T3"/>
                </a:cxn>
                <a:cxn ang="0">
                  <a:pos x="T4" y="T5"/>
                </a:cxn>
                <a:cxn ang="0">
                  <a:pos x="T6" y="T7"/>
                </a:cxn>
                <a:cxn ang="0">
                  <a:pos x="T8" y="T9"/>
                </a:cxn>
              </a:cxnLst>
              <a:rect l="0" t="0" r="r" b="b"/>
              <a:pathLst>
                <a:path w="996" h="1260">
                  <a:moveTo>
                    <a:pt x="0" y="758"/>
                  </a:moveTo>
                  <a:cubicBezTo>
                    <a:pt x="0" y="758"/>
                    <a:pt x="317" y="73"/>
                    <a:pt x="996" y="0"/>
                  </a:cubicBezTo>
                  <a:cubicBezTo>
                    <a:pt x="996" y="0"/>
                    <a:pt x="712" y="543"/>
                    <a:pt x="722" y="1251"/>
                  </a:cubicBezTo>
                  <a:cubicBezTo>
                    <a:pt x="653" y="1260"/>
                    <a:pt x="653" y="1260"/>
                    <a:pt x="653" y="1260"/>
                  </a:cubicBezTo>
                  <a:lnTo>
                    <a:pt x="0" y="7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 name="Freeform 16">
              <a:extLst>
                <a:ext uri="{FF2B5EF4-FFF2-40B4-BE49-F238E27FC236}">
                  <a16:creationId xmlns:a16="http://schemas.microsoft.com/office/drawing/2014/main" id="{3A51BC4B-DBED-4936-A192-52B4B8265C75}"/>
                </a:ext>
              </a:extLst>
            </p:cNvPr>
            <p:cNvSpPr>
              <a:spLocks/>
            </p:cNvSpPr>
            <p:nvPr/>
          </p:nvSpPr>
          <p:spPr bwMode="auto">
            <a:xfrm>
              <a:off x="2773" y="2234"/>
              <a:ext cx="257" cy="246"/>
            </a:xfrm>
            <a:custGeom>
              <a:avLst/>
              <a:gdLst>
                <a:gd name="T0" fmla="*/ 0 w 257"/>
                <a:gd name="T1" fmla="*/ 0 h 246"/>
                <a:gd name="T2" fmla="*/ 53 w 257"/>
                <a:gd name="T3" fmla="*/ 246 h 246"/>
                <a:gd name="T4" fmla="*/ 257 w 257"/>
                <a:gd name="T5" fmla="*/ 198 h 246"/>
                <a:gd name="T6" fmla="*/ 0 w 257"/>
                <a:gd name="T7" fmla="*/ 0 h 246"/>
              </a:gdLst>
              <a:ahLst/>
              <a:cxnLst>
                <a:cxn ang="0">
                  <a:pos x="T0" y="T1"/>
                </a:cxn>
                <a:cxn ang="0">
                  <a:pos x="T2" y="T3"/>
                </a:cxn>
                <a:cxn ang="0">
                  <a:pos x="T4" y="T5"/>
                </a:cxn>
                <a:cxn ang="0">
                  <a:pos x="T6" y="T7"/>
                </a:cxn>
              </a:cxnLst>
              <a:rect l="0" t="0" r="r" b="b"/>
              <a:pathLst>
                <a:path w="257" h="246">
                  <a:moveTo>
                    <a:pt x="0" y="0"/>
                  </a:moveTo>
                  <a:lnTo>
                    <a:pt x="53" y="246"/>
                  </a:lnTo>
                  <a:lnTo>
                    <a:pt x="257" y="198"/>
                  </a:lnTo>
                  <a:lnTo>
                    <a:pt x="0"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 name="Freeform 17">
              <a:extLst>
                <a:ext uri="{FF2B5EF4-FFF2-40B4-BE49-F238E27FC236}">
                  <a16:creationId xmlns:a16="http://schemas.microsoft.com/office/drawing/2014/main" id="{D311C8B4-D3AB-4AB4-8207-DFD597134CAA}"/>
                </a:ext>
              </a:extLst>
            </p:cNvPr>
            <p:cNvSpPr>
              <a:spLocks/>
            </p:cNvSpPr>
            <p:nvPr/>
          </p:nvSpPr>
          <p:spPr bwMode="auto">
            <a:xfrm>
              <a:off x="3240" y="1986"/>
              <a:ext cx="329" cy="518"/>
            </a:xfrm>
            <a:custGeom>
              <a:avLst/>
              <a:gdLst>
                <a:gd name="T0" fmla="*/ 0 w 576"/>
                <a:gd name="T1" fmla="*/ 175 h 907"/>
                <a:gd name="T2" fmla="*/ 576 w 576"/>
                <a:gd name="T3" fmla="*/ 0 h 907"/>
                <a:gd name="T4" fmla="*/ 470 w 576"/>
                <a:gd name="T5" fmla="*/ 907 h 907"/>
                <a:gd name="T6" fmla="*/ 407 w 576"/>
                <a:gd name="T7" fmla="*/ 907 h 907"/>
                <a:gd name="T8" fmla="*/ 0 w 576"/>
                <a:gd name="T9" fmla="*/ 175 h 907"/>
              </a:gdLst>
              <a:ahLst/>
              <a:cxnLst>
                <a:cxn ang="0">
                  <a:pos x="T0" y="T1"/>
                </a:cxn>
                <a:cxn ang="0">
                  <a:pos x="T2" y="T3"/>
                </a:cxn>
                <a:cxn ang="0">
                  <a:pos x="T4" y="T5"/>
                </a:cxn>
                <a:cxn ang="0">
                  <a:pos x="T6" y="T7"/>
                </a:cxn>
                <a:cxn ang="0">
                  <a:pos x="T8" y="T9"/>
                </a:cxn>
              </a:cxnLst>
              <a:rect l="0" t="0" r="r" b="b"/>
              <a:pathLst>
                <a:path w="576" h="907">
                  <a:moveTo>
                    <a:pt x="0" y="175"/>
                  </a:moveTo>
                  <a:cubicBezTo>
                    <a:pt x="0" y="175"/>
                    <a:pt x="134" y="33"/>
                    <a:pt x="576" y="0"/>
                  </a:cubicBezTo>
                  <a:cubicBezTo>
                    <a:pt x="470" y="907"/>
                    <a:pt x="470" y="907"/>
                    <a:pt x="470" y="907"/>
                  </a:cubicBezTo>
                  <a:cubicBezTo>
                    <a:pt x="407" y="907"/>
                    <a:pt x="407" y="907"/>
                    <a:pt x="407" y="907"/>
                  </a:cubicBezTo>
                  <a:lnTo>
                    <a:pt x="0" y="17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6" name="Freeform 18">
              <a:extLst>
                <a:ext uri="{FF2B5EF4-FFF2-40B4-BE49-F238E27FC236}">
                  <a16:creationId xmlns:a16="http://schemas.microsoft.com/office/drawing/2014/main" id="{F7D9EFA0-6D1D-447C-B5CA-BBAFC5AC50D5}"/>
                </a:ext>
              </a:extLst>
            </p:cNvPr>
            <p:cNvSpPr>
              <a:spLocks/>
            </p:cNvSpPr>
            <p:nvPr/>
          </p:nvSpPr>
          <p:spPr bwMode="auto">
            <a:xfrm>
              <a:off x="3518" y="2158"/>
              <a:ext cx="233" cy="267"/>
            </a:xfrm>
            <a:custGeom>
              <a:avLst/>
              <a:gdLst>
                <a:gd name="T0" fmla="*/ 31 w 233"/>
                <a:gd name="T1" fmla="*/ 0 h 267"/>
                <a:gd name="T2" fmla="*/ 233 w 233"/>
                <a:gd name="T3" fmla="*/ 267 h 267"/>
                <a:gd name="T4" fmla="*/ 0 w 233"/>
                <a:gd name="T5" fmla="*/ 267 h 267"/>
                <a:gd name="T6" fmla="*/ 31 w 233"/>
                <a:gd name="T7" fmla="*/ 0 h 267"/>
              </a:gdLst>
              <a:ahLst/>
              <a:cxnLst>
                <a:cxn ang="0">
                  <a:pos x="T0" y="T1"/>
                </a:cxn>
                <a:cxn ang="0">
                  <a:pos x="T2" y="T3"/>
                </a:cxn>
                <a:cxn ang="0">
                  <a:pos x="T4" y="T5"/>
                </a:cxn>
                <a:cxn ang="0">
                  <a:pos x="T6" y="T7"/>
                </a:cxn>
              </a:cxnLst>
              <a:rect l="0" t="0" r="r" b="b"/>
              <a:pathLst>
                <a:path w="233" h="267">
                  <a:moveTo>
                    <a:pt x="31" y="0"/>
                  </a:moveTo>
                  <a:lnTo>
                    <a:pt x="233" y="267"/>
                  </a:lnTo>
                  <a:lnTo>
                    <a:pt x="0" y="267"/>
                  </a:lnTo>
                  <a:lnTo>
                    <a:pt x="31"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7" name="Freeform 19">
              <a:extLst>
                <a:ext uri="{FF2B5EF4-FFF2-40B4-BE49-F238E27FC236}">
                  <a16:creationId xmlns:a16="http://schemas.microsoft.com/office/drawing/2014/main" id="{DD42F30F-2D57-4BB1-92AB-4B16A6BF7732}"/>
                </a:ext>
              </a:extLst>
            </p:cNvPr>
            <p:cNvSpPr>
              <a:spLocks/>
            </p:cNvSpPr>
            <p:nvPr/>
          </p:nvSpPr>
          <p:spPr bwMode="auto">
            <a:xfrm>
              <a:off x="3548" y="2100"/>
              <a:ext cx="307" cy="325"/>
            </a:xfrm>
            <a:custGeom>
              <a:avLst/>
              <a:gdLst>
                <a:gd name="T0" fmla="*/ 0 w 536"/>
                <a:gd name="T1" fmla="*/ 102 h 568"/>
                <a:gd name="T2" fmla="*/ 536 w 536"/>
                <a:gd name="T3" fmla="*/ 61 h 568"/>
                <a:gd name="T4" fmla="*/ 355 w 536"/>
                <a:gd name="T5" fmla="*/ 568 h 568"/>
                <a:gd name="T6" fmla="*/ 0 w 536"/>
                <a:gd name="T7" fmla="*/ 102 h 568"/>
              </a:gdLst>
              <a:ahLst/>
              <a:cxnLst>
                <a:cxn ang="0">
                  <a:pos x="T0" y="T1"/>
                </a:cxn>
                <a:cxn ang="0">
                  <a:pos x="T2" y="T3"/>
                </a:cxn>
                <a:cxn ang="0">
                  <a:pos x="T4" y="T5"/>
                </a:cxn>
                <a:cxn ang="0">
                  <a:pos x="T6" y="T7"/>
                </a:cxn>
              </a:cxnLst>
              <a:rect l="0" t="0" r="r" b="b"/>
              <a:pathLst>
                <a:path w="536" h="568">
                  <a:moveTo>
                    <a:pt x="0" y="102"/>
                  </a:moveTo>
                  <a:cubicBezTo>
                    <a:pt x="0" y="102"/>
                    <a:pt x="220" y="0"/>
                    <a:pt x="536" y="61"/>
                  </a:cubicBezTo>
                  <a:cubicBezTo>
                    <a:pt x="355" y="568"/>
                    <a:pt x="355" y="568"/>
                    <a:pt x="355" y="568"/>
                  </a:cubicBezTo>
                  <a:lnTo>
                    <a:pt x="0" y="10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 name="Rectangle 20">
              <a:extLst>
                <a:ext uri="{FF2B5EF4-FFF2-40B4-BE49-F238E27FC236}">
                  <a16:creationId xmlns:a16="http://schemas.microsoft.com/office/drawing/2014/main" id="{272EFC8F-E324-4DFE-AE5F-2705EACAED20}"/>
                </a:ext>
              </a:extLst>
            </p:cNvPr>
            <p:cNvSpPr>
              <a:spLocks noChangeArrowheads="1"/>
            </p:cNvSpPr>
            <p:nvPr/>
          </p:nvSpPr>
          <p:spPr bwMode="auto">
            <a:xfrm>
              <a:off x="2572" y="2516"/>
              <a:ext cx="526" cy="51"/>
            </a:xfrm>
            <a:prstGeom prst="rect">
              <a:avLst/>
            </a:prstGeom>
            <a:solidFill>
              <a:srgbClr val="8F8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9" name="Rectangle 21">
              <a:extLst>
                <a:ext uri="{FF2B5EF4-FFF2-40B4-BE49-F238E27FC236}">
                  <a16:creationId xmlns:a16="http://schemas.microsoft.com/office/drawing/2014/main" id="{D830C652-EEB9-4DD9-A6B3-D4538EEDC324}"/>
                </a:ext>
              </a:extLst>
            </p:cNvPr>
            <p:cNvSpPr>
              <a:spLocks noChangeArrowheads="1"/>
            </p:cNvSpPr>
            <p:nvPr/>
          </p:nvSpPr>
          <p:spPr bwMode="auto">
            <a:xfrm>
              <a:off x="257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0" name="Rectangle 22">
              <a:extLst>
                <a:ext uri="{FF2B5EF4-FFF2-40B4-BE49-F238E27FC236}">
                  <a16:creationId xmlns:a16="http://schemas.microsoft.com/office/drawing/2014/main" id="{2624DDCB-D846-4B5F-B4EB-7A8FD5D9A322}"/>
                </a:ext>
              </a:extLst>
            </p:cNvPr>
            <p:cNvSpPr>
              <a:spLocks noChangeArrowheads="1"/>
            </p:cNvSpPr>
            <p:nvPr/>
          </p:nvSpPr>
          <p:spPr bwMode="auto">
            <a:xfrm>
              <a:off x="2722" y="2516"/>
              <a:ext cx="80"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 name="Rectangle 23">
              <a:extLst>
                <a:ext uri="{FF2B5EF4-FFF2-40B4-BE49-F238E27FC236}">
                  <a16:creationId xmlns:a16="http://schemas.microsoft.com/office/drawing/2014/main" id="{62DE5BCA-209B-4A5D-9988-82D64BC1E713}"/>
                </a:ext>
              </a:extLst>
            </p:cNvPr>
            <p:cNvSpPr>
              <a:spLocks noChangeArrowheads="1"/>
            </p:cNvSpPr>
            <p:nvPr/>
          </p:nvSpPr>
          <p:spPr bwMode="auto">
            <a:xfrm>
              <a:off x="287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 name="Rectangle 24">
              <a:extLst>
                <a:ext uri="{FF2B5EF4-FFF2-40B4-BE49-F238E27FC236}">
                  <a16:creationId xmlns:a16="http://schemas.microsoft.com/office/drawing/2014/main" id="{F13E73C8-CC85-47FA-B8D0-14E2D89A7759}"/>
                </a:ext>
              </a:extLst>
            </p:cNvPr>
            <p:cNvSpPr>
              <a:spLocks noChangeArrowheads="1"/>
            </p:cNvSpPr>
            <p:nvPr/>
          </p:nvSpPr>
          <p:spPr bwMode="auto">
            <a:xfrm>
              <a:off x="302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3" name="Rectangle 25">
              <a:extLst>
                <a:ext uri="{FF2B5EF4-FFF2-40B4-BE49-F238E27FC236}">
                  <a16:creationId xmlns:a16="http://schemas.microsoft.com/office/drawing/2014/main" id="{5D406154-E205-4432-AED5-7E54216AD25D}"/>
                </a:ext>
              </a:extLst>
            </p:cNvPr>
            <p:cNvSpPr>
              <a:spLocks noChangeArrowheads="1"/>
            </p:cNvSpPr>
            <p:nvPr/>
          </p:nvSpPr>
          <p:spPr bwMode="auto">
            <a:xfrm>
              <a:off x="1946" y="2504"/>
              <a:ext cx="254" cy="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4" name="Rectangle 26">
              <a:extLst>
                <a:ext uri="{FF2B5EF4-FFF2-40B4-BE49-F238E27FC236}">
                  <a16:creationId xmlns:a16="http://schemas.microsoft.com/office/drawing/2014/main" id="{3CFFEE26-7F3A-4A26-A5EF-5E1D1116DD43}"/>
                </a:ext>
              </a:extLst>
            </p:cNvPr>
            <p:cNvSpPr>
              <a:spLocks noChangeArrowheads="1"/>
            </p:cNvSpPr>
            <p:nvPr/>
          </p:nvSpPr>
          <p:spPr bwMode="auto">
            <a:xfrm>
              <a:off x="1946" y="2504"/>
              <a:ext cx="37" cy="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 name="Rectangle 27">
              <a:extLst>
                <a:ext uri="{FF2B5EF4-FFF2-40B4-BE49-F238E27FC236}">
                  <a16:creationId xmlns:a16="http://schemas.microsoft.com/office/drawing/2014/main" id="{000D5428-29C2-4315-818B-ABF0EF56162D}"/>
                </a:ext>
              </a:extLst>
            </p:cNvPr>
            <p:cNvSpPr>
              <a:spLocks noChangeArrowheads="1"/>
            </p:cNvSpPr>
            <p:nvPr/>
          </p:nvSpPr>
          <p:spPr bwMode="auto">
            <a:xfrm>
              <a:off x="3508" y="2537"/>
              <a:ext cx="28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6" name="Rectangle 28">
              <a:extLst>
                <a:ext uri="{FF2B5EF4-FFF2-40B4-BE49-F238E27FC236}">
                  <a16:creationId xmlns:a16="http://schemas.microsoft.com/office/drawing/2014/main" id="{556DAA15-7E41-4645-A5E4-2FA4A4DAE042}"/>
                </a:ext>
              </a:extLst>
            </p:cNvPr>
            <p:cNvSpPr>
              <a:spLocks noChangeArrowheads="1"/>
            </p:cNvSpPr>
            <p:nvPr/>
          </p:nvSpPr>
          <p:spPr bwMode="auto">
            <a:xfrm>
              <a:off x="1772" y="2608"/>
              <a:ext cx="2219" cy="4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7" name="Freeform 29">
              <a:extLst>
                <a:ext uri="{FF2B5EF4-FFF2-40B4-BE49-F238E27FC236}">
                  <a16:creationId xmlns:a16="http://schemas.microsoft.com/office/drawing/2014/main" id="{F51BF924-C6A3-4BC5-BC32-61C2A72219B4}"/>
                </a:ext>
              </a:extLst>
            </p:cNvPr>
            <p:cNvSpPr>
              <a:spLocks/>
            </p:cNvSpPr>
            <p:nvPr/>
          </p:nvSpPr>
          <p:spPr bwMode="auto">
            <a:xfrm>
              <a:off x="1838" y="2234"/>
              <a:ext cx="400" cy="333"/>
            </a:xfrm>
            <a:custGeom>
              <a:avLst/>
              <a:gdLst>
                <a:gd name="T0" fmla="*/ 633 w 699"/>
                <a:gd name="T1" fmla="*/ 581 h 581"/>
                <a:gd name="T2" fmla="*/ 0 w 699"/>
                <a:gd name="T3" fmla="*/ 106 h 581"/>
                <a:gd name="T4" fmla="*/ 699 w 699"/>
                <a:gd name="T5" fmla="*/ 198 h 581"/>
                <a:gd name="T6" fmla="*/ 633 w 699"/>
                <a:gd name="T7" fmla="*/ 581 h 581"/>
              </a:gdLst>
              <a:ahLst/>
              <a:cxnLst>
                <a:cxn ang="0">
                  <a:pos x="T0" y="T1"/>
                </a:cxn>
                <a:cxn ang="0">
                  <a:pos x="T2" y="T3"/>
                </a:cxn>
                <a:cxn ang="0">
                  <a:pos x="T4" y="T5"/>
                </a:cxn>
                <a:cxn ang="0">
                  <a:pos x="T6" y="T7"/>
                </a:cxn>
              </a:cxnLst>
              <a:rect l="0" t="0" r="r" b="b"/>
              <a:pathLst>
                <a:path w="699" h="581">
                  <a:moveTo>
                    <a:pt x="633" y="581"/>
                  </a:moveTo>
                  <a:cubicBezTo>
                    <a:pt x="0" y="106"/>
                    <a:pt x="0" y="106"/>
                    <a:pt x="0" y="106"/>
                  </a:cubicBezTo>
                  <a:cubicBezTo>
                    <a:pt x="0" y="106"/>
                    <a:pt x="379" y="0"/>
                    <a:pt x="699" y="198"/>
                  </a:cubicBezTo>
                  <a:lnTo>
                    <a:pt x="633" y="5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38" name="Group 4">
            <a:extLst>
              <a:ext uri="{FF2B5EF4-FFF2-40B4-BE49-F238E27FC236}">
                <a16:creationId xmlns:a16="http://schemas.microsoft.com/office/drawing/2014/main" id="{D5B4EBB6-B651-4C39-A754-0E633D90124A}"/>
              </a:ext>
            </a:extLst>
          </p:cNvPr>
          <p:cNvGrpSpPr>
            <a:grpSpLocks noChangeAspect="1"/>
          </p:cNvGrpSpPr>
          <p:nvPr/>
        </p:nvGrpSpPr>
        <p:grpSpPr bwMode="auto">
          <a:xfrm>
            <a:off x="7511364" y="2998241"/>
            <a:ext cx="1510144" cy="1509212"/>
            <a:chOff x="1259" y="0"/>
            <a:chExt cx="3242" cy="3240"/>
          </a:xfrm>
        </p:grpSpPr>
        <p:sp>
          <p:nvSpPr>
            <p:cNvPr id="239" name="AutoShape 3">
              <a:extLst>
                <a:ext uri="{FF2B5EF4-FFF2-40B4-BE49-F238E27FC236}">
                  <a16:creationId xmlns:a16="http://schemas.microsoft.com/office/drawing/2014/main" id="{EA27423E-28A1-492C-9B8C-BE0FBF012EA3}"/>
                </a:ext>
              </a:extLst>
            </p:cNvPr>
            <p:cNvSpPr>
              <a:spLocks noChangeAspect="1" noChangeArrowheads="1" noTextEdit="1"/>
            </p:cNvSpPr>
            <p:nvPr/>
          </p:nvSpPr>
          <p:spPr bwMode="auto">
            <a:xfrm>
              <a:off x="1259" y="0"/>
              <a:ext cx="3242" cy="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0" name="Rectangle 5">
              <a:extLst>
                <a:ext uri="{FF2B5EF4-FFF2-40B4-BE49-F238E27FC236}">
                  <a16:creationId xmlns:a16="http://schemas.microsoft.com/office/drawing/2014/main" id="{457E32E5-488F-4019-962E-00AB4DBE9795}"/>
                </a:ext>
              </a:extLst>
            </p:cNvPr>
            <p:cNvSpPr>
              <a:spLocks noChangeArrowheads="1"/>
            </p:cNvSpPr>
            <p:nvPr/>
          </p:nvSpPr>
          <p:spPr bwMode="auto">
            <a:xfrm>
              <a:off x="1265" y="-11"/>
              <a:ext cx="3236" cy="3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1" name="Freeform 6">
              <a:extLst>
                <a:ext uri="{FF2B5EF4-FFF2-40B4-BE49-F238E27FC236}">
                  <a16:creationId xmlns:a16="http://schemas.microsoft.com/office/drawing/2014/main" id="{73437FC8-0C30-4822-B140-EBE6362E40ED}"/>
                </a:ext>
              </a:extLst>
            </p:cNvPr>
            <p:cNvSpPr>
              <a:spLocks/>
            </p:cNvSpPr>
            <p:nvPr/>
          </p:nvSpPr>
          <p:spPr bwMode="auto">
            <a:xfrm>
              <a:off x="1574" y="705"/>
              <a:ext cx="2618" cy="1944"/>
            </a:xfrm>
            <a:custGeom>
              <a:avLst/>
              <a:gdLst>
                <a:gd name="T0" fmla="*/ 2290 w 4579"/>
                <a:gd name="T1" fmla="*/ 0 h 3401"/>
                <a:gd name="T2" fmla="*/ 0 w 4579"/>
                <a:gd name="T3" fmla="*/ 2289 h 3401"/>
                <a:gd name="T4" fmla="*/ 288 w 4579"/>
                <a:gd name="T5" fmla="*/ 3401 h 3401"/>
                <a:gd name="T6" fmla="*/ 4306 w 4579"/>
                <a:gd name="T7" fmla="*/ 3375 h 3401"/>
                <a:gd name="T8" fmla="*/ 4579 w 4579"/>
                <a:gd name="T9" fmla="*/ 2289 h 3401"/>
                <a:gd name="T10" fmla="*/ 2290 w 4579"/>
                <a:gd name="T11" fmla="*/ 0 h 3401"/>
              </a:gdLst>
              <a:ahLst/>
              <a:cxnLst>
                <a:cxn ang="0">
                  <a:pos x="T0" y="T1"/>
                </a:cxn>
                <a:cxn ang="0">
                  <a:pos x="T2" y="T3"/>
                </a:cxn>
                <a:cxn ang="0">
                  <a:pos x="T4" y="T5"/>
                </a:cxn>
                <a:cxn ang="0">
                  <a:pos x="T6" y="T7"/>
                </a:cxn>
                <a:cxn ang="0">
                  <a:pos x="T8" y="T9"/>
                </a:cxn>
                <a:cxn ang="0">
                  <a:pos x="T10" y="T11"/>
                </a:cxn>
              </a:cxnLst>
              <a:rect l="0" t="0" r="r" b="b"/>
              <a:pathLst>
                <a:path w="4579" h="3401">
                  <a:moveTo>
                    <a:pt x="2290" y="0"/>
                  </a:moveTo>
                  <a:cubicBezTo>
                    <a:pt x="1025" y="0"/>
                    <a:pt x="0" y="1025"/>
                    <a:pt x="0" y="2289"/>
                  </a:cubicBezTo>
                  <a:cubicBezTo>
                    <a:pt x="0" y="2692"/>
                    <a:pt x="105" y="3072"/>
                    <a:pt x="288" y="3401"/>
                  </a:cubicBezTo>
                  <a:cubicBezTo>
                    <a:pt x="4306" y="3375"/>
                    <a:pt x="4306" y="3375"/>
                    <a:pt x="4306" y="3375"/>
                  </a:cubicBezTo>
                  <a:cubicBezTo>
                    <a:pt x="4480" y="3052"/>
                    <a:pt x="4579" y="2682"/>
                    <a:pt x="4579" y="2289"/>
                  </a:cubicBezTo>
                  <a:cubicBezTo>
                    <a:pt x="4579" y="1025"/>
                    <a:pt x="3554" y="0"/>
                    <a:pt x="2290" y="0"/>
                  </a:cubicBezTo>
                  <a:close/>
                </a:path>
              </a:pathLst>
            </a:custGeom>
            <a:solidFill>
              <a:srgbClr val="FF7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 name="Rectangle 7">
              <a:extLst>
                <a:ext uri="{FF2B5EF4-FFF2-40B4-BE49-F238E27FC236}">
                  <a16:creationId xmlns:a16="http://schemas.microsoft.com/office/drawing/2014/main" id="{828E20F9-11CC-4B19-837C-7FE480124345}"/>
                </a:ext>
              </a:extLst>
            </p:cNvPr>
            <p:cNvSpPr>
              <a:spLocks noChangeArrowheads="1"/>
            </p:cNvSpPr>
            <p:nvPr/>
          </p:nvSpPr>
          <p:spPr bwMode="auto">
            <a:xfrm>
              <a:off x="1246" y="2629"/>
              <a:ext cx="3255" cy="62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dirty="0"/>
            </a:p>
          </p:txBody>
        </p:sp>
        <p:sp>
          <p:nvSpPr>
            <p:cNvPr id="243" name="Rectangle 8">
              <a:extLst>
                <a:ext uri="{FF2B5EF4-FFF2-40B4-BE49-F238E27FC236}">
                  <a16:creationId xmlns:a16="http://schemas.microsoft.com/office/drawing/2014/main" id="{DB5F00B1-0DCF-4D23-921D-17494F35C875}"/>
                </a:ext>
              </a:extLst>
            </p:cNvPr>
            <p:cNvSpPr>
              <a:spLocks noChangeArrowheads="1"/>
            </p:cNvSpPr>
            <p:nvPr/>
          </p:nvSpPr>
          <p:spPr bwMode="auto">
            <a:xfrm>
              <a:off x="2200" y="2425"/>
              <a:ext cx="1659"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4" name="Freeform 9">
              <a:extLst>
                <a:ext uri="{FF2B5EF4-FFF2-40B4-BE49-F238E27FC236}">
                  <a16:creationId xmlns:a16="http://schemas.microsoft.com/office/drawing/2014/main" id="{134EFAEA-A679-4467-86E3-DCA771D8E14D}"/>
                </a:ext>
              </a:extLst>
            </p:cNvPr>
            <p:cNvSpPr>
              <a:spLocks/>
            </p:cNvSpPr>
            <p:nvPr/>
          </p:nvSpPr>
          <p:spPr bwMode="auto">
            <a:xfrm>
              <a:off x="2339" y="2369"/>
              <a:ext cx="1230" cy="111"/>
            </a:xfrm>
            <a:custGeom>
              <a:avLst/>
              <a:gdLst>
                <a:gd name="T0" fmla="*/ 1230 w 1230"/>
                <a:gd name="T1" fmla="*/ 0 h 111"/>
                <a:gd name="T2" fmla="*/ 0 w 1230"/>
                <a:gd name="T3" fmla="*/ 0 h 111"/>
                <a:gd name="T4" fmla="*/ 0 w 1230"/>
                <a:gd name="T5" fmla="*/ 111 h 111"/>
                <a:gd name="T6" fmla="*/ 926 w 1230"/>
                <a:gd name="T7" fmla="*/ 111 h 111"/>
                <a:gd name="T8" fmla="*/ 1081 w 1230"/>
                <a:gd name="T9" fmla="*/ 80 h 111"/>
                <a:gd name="T10" fmla="*/ 1230 w 1230"/>
                <a:gd name="T11" fmla="*/ 0 h 111"/>
              </a:gdLst>
              <a:ahLst/>
              <a:cxnLst>
                <a:cxn ang="0">
                  <a:pos x="T0" y="T1"/>
                </a:cxn>
                <a:cxn ang="0">
                  <a:pos x="T2" y="T3"/>
                </a:cxn>
                <a:cxn ang="0">
                  <a:pos x="T4" y="T5"/>
                </a:cxn>
                <a:cxn ang="0">
                  <a:pos x="T6" y="T7"/>
                </a:cxn>
                <a:cxn ang="0">
                  <a:pos x="T8" y="T9"/>
                </a:cxn>
                <a:cxn ang="0">
                  <a:pos x="T10" y="T11"/>
                </a:cxn>
              </a:cxnLst>
              <a:rect l="0" t="0" r="r" b="b"/>
              <a:pathLst>
                <a:path w="1230" h="111">
                  <a:moveTo>
                    <a:pt x="1230" y="0"/>
                  </a:moveTo>
                  <a:lnTo>
                    <a:pt x="0" y="0"/>
                  </a:lnTo>
                  <a:lnTo>
                    <a:pt x="0" y="111"/>
                  </a:lnTo>
                  <a:lnTo>
                    <a:pt x="926" y="111"/>
                  </a:lnTo>
                  <a:lnTo>
                    <a:pt x="1081" y="80"/>
                  </a:lnTo>
                  <a:lnTo>
                    <a:pt x="12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5" name="Freeform 10">
              <a:extLst>
                <a:ext uri="{FF2B5EF4-FFF2-40B4-BE49-F238E27FC236}">
                  <a16:creationId xmlns:a16="http://schemas.microsoft.com/office/drawing/2014/main" id="{D604CDCE-A324-4822-B705-D792267B95D7}"/>
                </a:ext>
              </a:extLst>
            </p:cNvPr>
            <p:cNvSpPr>
              <a:spLocks/>
            </p:cNvSpPr>
            <p:nvPr/>
          </p:nvSpPr>
          <p:spPr bwMode="auto">
            <a:xfrm>
              <a:off x="3157" y="2086"/>
              <a:ext cx="271" cy="363"/>
            </a:xfrm>
            <a:custGeom>
              <a:avLst/>
              <a:gdLst>
                <a:gd name="T0" fmla="*/ 83 w 271"/>
                <a:gd name="T1" fmla="*/ 0 h 363"/>
                <a:gd name="T2" fmla="*/ 271 w 271"/>
                <a:gd name="T3" fmla="*/ 339 h 363"/>
                <a:gd name="T4" fmla="*/ 0 w 271"/>
                <a:gd name="T5" fmla="*/ 363 h 363"/>
                <a:gd name="T6" fmla="*/ 63 w 271"/>
                <a:gd name="T7" fmla="*/ 54 h 363"/>
                <a:gd name="T8" fmla="*/ 83 w 271"/>
                <a:gd name="T9" fmla="*/ 0 h 363"/>
              </a:gdLst>
              <a:ahLst/>
              <a:cxnLst>
                <a:cxn ang="0">
                  <a:pos x="T0" y="T1"/>
                </a:cxn>
                <a:cxn ang="0">
                  <a:pos x="T2" y="T3"/>
                </a:cxn>
                <a:cxn ang="0">
                  <a:pos x="T4" y="T5"/>
                </a:cxn>
                <a:cxn ang="0">
                  <a:pos x="T6" y="T7"/>
                </a:cxn>
                <a:cxn ang="0">
                  <a:pos x="T8" y="T9"/>
                </a:cxn>
              </a:cxnLst>
              <a:rect l="0" t="0" r="r" b="b"/>
              <a:pathLst>
                <a:path w="271" h="363">
                  <a:moveTo>
                    <a:pt x="83" y="0"/>
                  </a:moveTo>
                  <a:lnTo>
                    <a:pt x="271" y="339"/>
                  </a:lnTo>
                  <a:lnTo>
                    <a:pt x="0" y="363"/>
                  </a:lnTo>
                  <a:lnTo>
                    <a:pt x="63" y="54"/>
                  </a:lnTo>
                  <a:lnTo>
                    <a:pt x="83"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 name="Freeform 11">
              <a:extLst>
                <a:ext uri="{FF2B5EF4-FFF2-40B4-BE49-F238E27FC236}">
                  <a16:creationId xmlns:a16="http://schemas.microsoft.com/office/drawing/2014/main" id="{FAA93ACF-9421-40DD-87A5-E2E0AF36DDFF}"/>
                </a:ext>
              </a:extLst>
            </p:cNvPr>
            <p:cNvSpPr>
              <a:spLocks/>
            </p:cNvSpPr>
            <p:nvPr/>
          </p:nvSpPr>
          <p:spPr bwMode="auto">
            <a:xfrm>
              <a:off x="1887" y="2394"/>
              <a:ext cx="261" cy="110"/>
            </a:xfrm>
            <a:custGeom>
              <a:avLst/>
              <a:gdLst>
                <a:gd name="T0" fmla="*/ 151 w 261"/>
                <a:gd name="T1" fmla="*/ 0 h 110"/>
                <a:gd name="T2" fmla="*/ 0 w 261"/>
                <a:gd name="T3" fmla="*/ 110 h 110"/>
                <a:gd name="T4" fmla="*/ 261 w 261"/>
                <a:gd name="T5" fmla="*/ 110 h 110"/>
                <a:gd name="T6" fmla="*/ 151 w 261"/>
                <a:gd name="T7" fmla="*/ 0 h 110"/>
              </a:gdLst>
              <a:ahLst/>
              <a:cxnLst>
                <a:cxn ang="0">
                  <a:pos x="T0" y="T1"/>
                </a:cxn>
                <a:cxn ang="0">
                  <a:pos x="T2" y="T3"/>
                </a:cxn>
                <a:cxn ang="0">
                  <a:pos x="T4" y="T5"/>
                </a:cxn>
                <a:cxn ang="0">
                  <a:pos x="T6" y="T7"/>
                </a:cxn>
              </a:cxnLst>
              <a:rect l="0" t="0" r="r" b="b"/>
              <a:pathLst>
                <a:path w="261" h="110">
                  <a:moveTo>
                    <a:pt x="151" y="0"/>
                  </a:moveTo>
                  <a:lnTo>
                    <a:pt x="0" y="110"/>
                  </a:lnTo>
                  <a:lnTo>
                    <a:pt x="261" y="110"/>
                  </a:lnTo>
                  <a:lnTo>
                    <a:pt x="1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7" name="Freeform 12">
              <a:extLst>
                <a:ext uri="{FF2B5EF4-FFF2-40B4-BE49-F238E27FC236}">
                  <a16:creationId xmlns:a16="http://schemas.microsoft.com/office/drawing/2014/main" id="{7EEC1203-C386-442C-94FB-797F18669A87}"/>
                </a:ext>
              </a:extLst>
            </p:cNvPr>
            <p:cNvSpPr>
              <a:spLocks/>
            </p:cNvSpPr>
            <p:nvPr/>
          </p:nvSpPr>
          <p:spPr bwMode="auto">
            <a:xfrm>
              <a:off x="3631" y="2268"/>
              <a:ext cx="283" cy="157"/>
            </a:xfrm>
            <a:custGeom>
              <a:avLst/>
              <a:gdLst>
                <a:gd name="T0" fmla="*/ 111 w 283"/>
                <a:gd name="T1" fmla="*/ 0 h 157"/>
                <a:gd name="T2" fmla="*/ 0 w 283"/>
                <a:gd name="T3" fmla="*/ 157 h 157"/>
                <a:gd name="T4" fmla="*/ 283 w 283"/>
                <a:gd name="T5" fmla="*/ 157 h 157"/>
                <a:gd name="T6" fmla="*/ 111 w 283"/>
                <a:gd name="T7" fmla="*/ 0 h 157"/>
              </a:gdLst>
              <a:ahLst/>
              <a:cxnLst>
                <a:cxn ang="0">
                  <a:pos x="T0" y="T1"/>
                </a:cxn>
                <a:cxn ang="0">
                  <a:pos x="T2" y="T3"/>
                </a:cxn>
                <a:cxn ang="0">
                  <a:pos x="T4" y="T5"/>
                </a:cxn>
                <a:cxn ang="0">
                  <a:pos x="T6" y="T7"/>
                </a:cxn>
              </a:cxnLst>
              <a:rect l="0" t="0" r="r" b="b"/>
              <a:pathLst>
                <a:path w="283" h="157">
                  <a:moveTo>
                    <a:pt x="111" y="0"/>
                  </a:moveTo>
                  <a:lnTo>
                    <a:pt x="0" y="157"/>
                  </a:lnTo>
                  <a:lnTo>
                    <a:pt x="283" y="157"/>
                  </a:lnTo>
                  <a:lnTo>
                    <a:pt x="111"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8" name="Freeform 13">
              <a:extLst>
                <a:ext uri="{FF2B5EF4-FFF2-40B4-BE49-F238E27FC236}">
                  <a16:creationId xmlns:a16="http://schemas.microsoft.com/office/drawing/2014/main" id="{59586CDF-C310-4DF9-B3C4-019F6A83A485}"/>
                </a:ext>
              </a:extLst>
            </p:cNvPr>
            <p:cNvSpPr>
              <a:spLocks/>
            </p:cNvSpPr>
            <p:nvPr/>
          </p:nvSpPr>
          <p:spPr bwMode="auto">
            <a:xfrm>
              <a:off x="2200" y="2283"/>
              <a:ext cx="277" cy="221"/>
            </a:xfrm>
            <a:custGeom>
              <a:avLst/>
              <a:gdLst>
                <a:gd name="T0" fmla="*/ 0 w 277"/>
                <a:gd name="T1" fmla="*/ 221 h 221"/>
                <a:gd name="T2" fmla="*/ 185 w 277"/>
                <a:gd name="T3" fmla="*/ 221 h 221"/>
                <a:gd name="T4" fmla="*/ 277 w 277"/>
                <a:gd name="T5" fmla="*/ 111 h 221"/>
                <a:gd name="T6" fmla="*/ 208 w 277"/>
                <a:gd name="T7" fmla="*/ 0 h 221"/>
                <a:gd name="T8" fmla="*/ 38 w 277"/>
                <a:gd name="T9" fmla="*/ 65 h 221"/>
                <a:gd name="T10" fmla="*/ 0 w 277"/>
                <a:gd name="T11" fmla="*/ 221 h 221"/>
              </a:gdLst>
              <a:ahLst/>
              <a:cxnLst>
                <a:cxn ang="0">
                  <a:pos x="T0" y="T1"/>
                </a:cxn>
                <a:cxn ang="0">
                  <a:pos x="T2" y="T3"/>
                </a:cxn>
                <a:cxn ang="0">
                  <a:pos x="T4" y="T5"/>
                </a:cxn>
                <a:cxn ang="0">
                  <a:pos x="T6" y="T7"/>
                </a:cxn>
                <a:cxn ang="0">
                  <a:pos x="T8" y="T9"/>
                </a:cxn>
                <a:cxn ang="0">
                  <a:pos x="T10" y="T11"/>
                </a:cxn>
              </a:cxnLst>
              <a:rect l="0" t="0" r="r" b="b"/>
              <a:pathLst>
                <a:path w="277" h="221">
                  <a:moveTo>
                    <a:pt x="0" y="221"/>
                  </a:moveTo>
                  <a:lnTo>
                    <a:pt x="185" y="221"/>
                  </a:lnTo>
                  <a:lnTo>
                    <a:pt x="277" y="111"/>
                  </a:lnTo>
                  <a:lnTo>
                    <a:pt x="208" y="0"/>
                  </a:lnTo>
                  <a:lnTo>
                    <a:pt x="38" y="65"/>
                  </a:lnTo>
                  <a:lnTo>
                    <a:pt x="0" y="221"/>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 name="Freeform 14">
              <a:extLst>
                <a:ext uri="{FF2B5EF4-FFF2-40B4-BE49-F238E27FC236}">
                  <a16:creationId xmlns:a16="http://schemas.microsoft.com/office/drawing/2014/main" id="{FB04A1B5-7C50-4E7E-BF19-5E27E2322851}"/>
                </a:ext>
              </a:extLst>
            </p:cNvPr>
            <p:cNvSpPr>
              <a:spLocks/>
            </p:cNvSpPr>
            <p:nvPr/>
          </p:nvSpPr>
          <p:spPr bwMode="auto">
            <a:xfrm>
              <a:off x="2261" y="2054"/>
              <a:ext cx="565" cy="450"/>
            </a:xfrm>
            <a:custGeom>
              <a:avLst/>
              <a:gdLst>
                <a:gd name="T0" fmla="*/ 0 w 989"/>
                <a:gd name="T1" fmla="*/ 165 h 788"/>
                <a:gd name="T2" fmla="*/ 389 w 989"/>
                <a:gd name="T3" fmla="*/ 788 h 788"/>
                <a:gd name="T4" fmla="*/ 448 w 989"/>
                <a:gd name="T5" fmla="*/ 788 h 788"/>
                <a:gd name="T6" fmla="*/ 540 w 989"/>
                <a:gd name="T7" fmla="*/ 679 h 788"/>
                <a:gd name="T8" fmla="*/ 989 w 989"/>
                <a:gd name="T9" fmla="*/ 745 h 788"/>
                <a:gd name="T10" fmla="*/ 896 w 989"/>
                <a:gd name="T11" fmla="*/ 316 h 788"/>
                <a:gd name="T12" fmla="*/ 0 w 989"/>
                <a:gd name="T13" fmla="*/ 165 h 788"/>
              </a:gdLst>
              <a:ahLst/>
              <a:cxnLst>
                <a:cxn ang="0">
                  <a:pos x="T0" y="T1"/>
                </a:cxn>
                <a:cxn ang="0">
                  <a:pos x="T2" y="T3"/>
                </a:cxn>
                <a:cxn ang="0">
                  <a:pos x="T4" y="T5"/>
                </a:cxn>
                <a:cxn ang="0">
                  <a:pos x="T6" y="T7"/>
                </a:cxn>
                <a:cxn ang="0">
                  <a:pos x="T8" y="T9"/>
                </a:cxn>
                <a:cxn ang="0">
                  <a:pos x="T10" y="T11"/>
                </a:cxn>
                <a:cxn ang="0">
                  <a:pos x="T12" y="T13"/>
                </a:cxn>
              </a:cxnLst>
              <a:rect l="0" t="0" r="r" b="b"/>
              <a:pathLst>
                <a:path w="989" h="788">
                  <a:moveTo>
                    <a:pt x="0" y="165"/>
                  </a:moveTo>
                  <a:cubicBezTo>
                    <a:pt x="389" y="788"/>
                    <a:pt x="389" y="788"/>
                    <a:pt x="389" y="788"/>
                  </a:cubicBezTo>
                  <a:cubicBezTo>
                    <a:pt x="448" y="788"/>
                    <a:pt x="448" y="788"/>
                    <a:pt x="448" y="788"/>
                  </a:cubicBezTo>
                  <a:cubicBezTo>
                    <a:pt x="540" y="679"/>
                    <a:pt x="540" y="679"/>
                    <a:pt x="540" y="679"/>
                  </a:cubicBezTo>
                  <a:cubicBezTo>
                    <a:pt x="540" y="679"/>
                    <a:pt x="791" y="679"/>
                    <a:pt x="989" y="745"/>
                  </a:cubicBezTo>
                  <a:cubicBezTo>
                    <a:pt x="896" y="316"/>
                    <a:pt x="896" y="316"/>
                    <a:pt x="896" y="316"/>
                  </a:cubicBezTo>
                  <a:cubicBezTo>
                    <a:pt x="896" y="316"/>
                    <a:pt x="573" y="0"/>
                    <a:pt x="0" y="16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0" name="Freeform 15">
              <a:extLst>
                <a:ext uri="{FF2B5EF4-FFF2-40B4-BE49-F238E27FC236}">
                  <a16:creationId xmlns:a16="http://schemas.microsoft.com/office/drawing/2014/main" id="{0AA71F3B-C903-4247-83DE-6E599B516CEC}"/>
                </a:ext>
              </a:extLst>
            </p:cNvPr>
            <p:cNvSpPr>
              <a:spLocks/>
            </p:cNvSpPr>
            <p:nvPr/>
          </p:nvSpPr>
          <p:spPr bwMode="auto">
            <a:xfrm>
              <a:off x="2773" y="1801"/>
              <a:ext cx="570" cy="720"/>
            </a:xfrm>
            <a:custGeom>
              <a:avLst/>
              <a:gdLst>
                <a:gd name="T0" fmla="*/ 0 w 996"/>
                <a:gd name="T1" fmla="*/ 758 h 1260"/>
                <a:gd name="T2" fmla="*/ 996 w 996"/>
                <a:gd name="T3" fmla="*/ 0 h 1260"/>
                <a:gd name="T4" fmla="*/ 722 w 996"/>
                <a:gd name="T5" fmla="*/ 1251 h 1260"/>
                <a:gd name="T6" fmla="*/ 653 w 996"/>
                <a:gd name="T7" fmla="*/ 1260 h 1260"/>
                <a:gd name="T8" fmla="*/ 0 w 996"/>
                <a:gd name="T9" fmla="*/ 758 h 1260"/>
              </a:gdLst>
              <a:ahLst/>
              <a:cxnLst>
                <a:cxn ang="0">
                  <a:pos x="T0" y="T1"/>
                </a:cxn>
                <a:cxn ang="0">
                  <a:pos x="T2" y="T3"/>
                </a:cxn>
                <a:cxn ang="0">
                  <a:pos x="T4" y="T5"/>
                </a:cxn>
                <a:cxn ang="0">
                  <a:pos x="T6" y="T7"/>
                </a:cxn>
                <a:cxn ang="0">
                  <a:pos x="T8" y="T9"/>
                </a:cxn>
              </a:cxnLst>
              <a:rect l="0" t="0" r="r" b="b"/>
              <a:pathLst>
                <a:path w="996" h="1260">
                  <a:moveTo>
                    <a:pt x="0" y="758"/>
                  </a:moveTo>
                  <a:cubicBezTo>
                    <a:pt x="0" y="758"/>
                    <a:pt x="317" y="73"/>
                    <a:pt x="996" y="0"/>
                  </a:cubicBezTo>
                  <a:cubicBezTo>
                    <a:pt x="996" y="0"/>
                    <a:pt x="712" y="543"/>
                    <a:pt x="722" y="1251"/>
                  </a:cubicBezTo>
                  <a:cubicBezTo>
                    <a:pt x="653" y="1260"/>
                    <a:pt x="653" y="1260"/>
                    <a:pt x="653" y="1260"/>
                  </a:cubicBezTo>
                  <a:lnTo>
                    <a:pt x="0" y="7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1" name="Freeform 16">
              <a:extLst>
                <a:ext uri="{FF2B5EF4-FFF2-40B4-BE49-F238E27FC236}">
                  <a16:creationId xmlns:a16="http://schemas.microsoft.com/office/drawing/2014/main" id="{3C96A71C-9A3E-4541-986A-1BD711797DC5}"/>
                </a:ext>
              </a:extLst>
            </p:cNvPr>
            <p:cNvSpPr>
              <a:spLocks/>
            </p:cNvSpPr>
            <p:nvPr/>
          </p:nvSpPr>
          <p:spPr bwMode="auto">
            <a:xfrm>
              <a:off x="2773" y="2234"/>
              <a:ext cx="257" cy="246"/>
            </a:xfrm>
            <a:custGeom>
              <a:avLst/>
              <a:gdLst>
                <a:gd name="T0" fmla="*/ 0 w 257"/>
                <a:gd name="T1" fmla="*/ 0 h 246"/>
                <a:gd name="T2" fmla="*/ 53 w 257"/>
                <a:gd name="T3" fmla="*/ 246 h 246"/>
                <a:gd name="T4" fmla="*/ 257 w 257"/>
                <a:gd name="T5" fmla="*/ 198 h 246"/>
                <a:gd name="T6" fmla="*/ 0 w 257"/>
                <a:gd name="T7" fmla="*/ 0 h 246"/>
              </a:gdLst>
              <a:ahLst/>
              <a:cxnLst>
                <a:cxn ang="0">
                  <a:pos x="T0" y="T1"/>
                </a:cxn>
                <a:cxn ang="0">
                  <a:pos x="T2" y="T3"/>
                </a:cxn>
                <a:cxn ang="0">
                  <a:pos x="T4" y="T5"/>
                </a:cxn>
                <a:cxn ang="0">
                  <a:pos x="T6" y="T7"/>
                </a:cxn>
              </a:cxnLst>
              <a:rect l="0" t="0" r="r" b="b"/>
              <a:pathLst>
                <a:path w="257" h="246">
                  <a:moveTo>
                    <a:pt x="0" y="0"/>
                  </a:moveTo>
                  <a:lnTo>
                    <a:pt x="53" y="246"/>
                  </a:lnTo>
                  <a:lnTo>
                    <a:pt x="257" y="198"/>
                  </a:lnTo>
                  <a:lnTo>
                    <a:pt x="0"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2" name="Freeform 17">
              <a:extLst>
                <a:ext uri="{FF2B5EF4-FFF2-40B4-BE49-F238E27FC236}">
                  <a16:creationId xmlns:a16="http://schemas.microsoft.com/office/drawing/2014/main" id="{BF557B3D-4435-4B80-BA48-A2B4C72DB687}"/>
                </a:ext>
              </a:extLst>
            </p:cNvPr>
            <p:cNvSpPr>
              <a:spLocks/>
            </p:cNvSpPr>
            <p:nvPr/>
          </p:nvSpPr>
          <p:spPr bwMode="auto">
            <a:xfrm>
              <a:off x="3240" y="1986"/>
              <a:ext cx="329" cy="518"/>
            </a:xfrm>
            <a:custGeom>
              <a:avLst/>
              <a:gdLst>
                <a:gd name="T0" fmla="*/ 0 w 576"/>
                <a:gd name="T1" fmla="*/ 175 h 907"/>
                <a:gd name="T2" fmla="*/ 576 w 576"/>
                <a:gd name="T3" fmla="*/ 0 h 907"/>
                <a:gd name="T4" fmla="*/ 470 w 576"/>
                <a:gd name="T5" fmla="*/ 907 h 907"/>
                <a:gd name="T6" fmla="*/ 407 w 576"/>
                <a:gd name="T7" fmla="*/ 907 h 907"/>
                <a:gd name="T8" fmla="*/ 0 w 576"/>
                <a:gd name="T9" fmla="*/ 175 h 907"/>
              </a:gdLst>
              <a:ahLst/>
              <a:cxnLst>
                <a:cxn ang="0">
                  <a:pos x="T0" y="T1"/>
                </a:cxn>
                <a:cxn ang="0">
                  <a:pos x="T2" y="T3"/>
                </a:cxn>
                <a:cxn ang="0">
                  <a:pos x="T4" y="T5"/>
                </a:cxn>
                <a:cxn ang="0">
                  <a:pos x="T6" y="T7"/>
                </a:cxn>
                <a:cxn ang="0">
                  <a:pos x="T8" y="T9"/>
                </a:cxn>
              </a:cxnLst>
              <a:rect l="0" t="0" r="r" b="b"/>
              <a:pathLst>
                <a:path w="576" h="907">
                  <a:moveTo>
                    <a:pt x="0" y="175"/>
                  </a:moveTo>
                  <a:cubicBezTo>
                    <a:pt x="0" y="175"/>
                    <a:pt x="134" y="33"/>
                    <a:pt x="576" y="0"/>
                  </a:cubicBezTo>
                  <a:cubicBezTo>
                    <a:pt x="470" y="907"/>
                    <a:pt x="470" y="907"/>
                    <a:pt x="470" y="907"/>
                  </a:cubicBezTo>
                  <a:cubicBezTo>
                    <a:pt x="407" y="907"/>
                    <a:pt x="407" y="907"/>
                    <a:pt x="407" y="907"/>
                  </a:cubicBezTo>
                  <a:lnTo>
                    <a:pt x="0" y="17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 name="Freeform 18">
              <a:extLst>
                <a:ext uri="{FF2B5EF4-FFF2-40B4-BE49-F238E27FC236}">
                  <a16:creationId xmlns:a16="http://schemas.microsoft.com/office/drawing/2014/main" id="{5079EE19-FFB9-456C-9B59-A811046D49D6}"/>
                </a:ext>
              </a:extLst>
            </p:cNvPr>
            <p:cNvSpPr>
              <a:spLocks/>
            </p:cNvSpPr>
            <p:nvPr/>
          </p:nvSpPr>
          <p:spPr bwMode="auto">
            <a:xfrm>
              <a:off x="3518" y="2158"/>
              <a:ext cx="233" cy="267"/>
            </a:xfrm>
            <a:custGeom>
              <a:avLst/>
              <a:gdLst>
                <a:gd name="T0" fmla="*/ 31 w 233"/>
                <a:gd name="T1" fmla="*/ 0 h 267"/>
                <a:gd name="T2" fmla="*/ 233 w 233"/>
                <a:gd name="T3" fmla="*/ 267 h 267"/>
                <a:gd name="T4" fmla="*/ 0 w 233"/>
                <a:gd name="T5" fmla="*/ 267 h 267"/>
                <a:gd name="T6" fmla="*/ 31 w 233"/>
                <a:gd name="T7" fmla="*/ 0 h 267"/>
              </a:gdLst>
              <a:ahLst/>
              <a:cxnLst>
                <a:cxn ang="0">
                  <a:pos x="T0" y="T1"/>
                </a:cxn>
                <a:cxn ang="0">
                  <a:pos x="T2" y="T3"/>
                </a:cxn>
                <a:cxn ang="0">
                  <a:pos x="T4" y="T5"/>
                </a:cxn>
                <a:cxn ang="0">
                  <a:pos x="T6" y="T7"/>
                </a:cxn>
              </a:cxnLst>
              <a:rect l="0" t="0" r="r" b="b"/>
              <a:pathLst>
                <a:path w="233" h="267">
                  <a:moveTo>
                    <a:pt x="31" y="0"/>
                  </a:moveTo>
                  <a:lnTo>
                    <a:pt x="233" y="267"/>
                  </a:lnTo>
                  <a:lnTo>
                    <a:pt x="0" y="267"/>
                  </a:lnTo>
                  <a:lnTo>
                    <a:pt x="31" y="0"/>
                  </a:lnTo>
                  <a:close/>
                </a:path>
              </a:pathLst>
            </a:custGeom>
            <a:solidFill>
              <a:srgbClr val="8F8F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4" name="Freeform 19">
              <a:extLst>
                <a:ext uri="{FF2B5EF4-FFF2-40B4-BE49-F238E27FC236}">
                  <a16:creationId xmlns:a16="http://schemas.microsoft.com/office/drawing/2014/main" id="{5069E4F0-CCF0-40EE-8A38-FA40ED173C44}"/>
                </a:ext>
              </a:extLst>
            </p:cNvPr>
            <p:cNvSpPr>
              <a:spLocks/>
            </p:cNvSpPr>
            <p:nvPr/>
          </p:nvSpPr>
          <p:spPr bwMode="auto">
            <a:xfrm>
              <a:off x="3548" y="2100"/>
              <a:ext cx="307" cy="325"/>
            </a:xfrm>
            <a:custGeom>
              <a:avLst/>
              <a:gdLst>
                <a:gd name="T0" fmla="*/ 0 w 536"/>
                <a:gd name="T1" fmla="*/ 102 h 568"/>
                <a:gd name="T2" fmla="*/ 536 w 536"/>
                <a:gd name="T3" fmla="*/ 61 h 568"/>
                <a:gd name="T4" fmla="*/ 355 w 536"/>
                <a:gd name="T5" fmla="*/ 568 h 568"/>
                <a:gd name="T6" fmla="*/ 0 w 536"/>
                <a:gd name="T7" fmla="*/ 102 h 568"/>
              </a:gdLst>
              <a:ahLst/>
              <a:cxnLst>
                <a:cxn ang="0">
                  <a:pos x="T0" y="T1"/>
                </a:cxn>
                <a:cxn ang="0">
                  <a:pos x="T2" y="T3"/>
                </a:cxn>
                <a:cxn ang="0">
                  <a:pos x="T4" y="T5"/>
                </a:cxn>
                <a:cxn ang="0">
                  <a:pos x="T6" y="T7"/>
                </a:cxn>
              </a:cxnLst>
              <a:rect l="0" t="0" r="r" b="b"/>
              <a:pathLst>
                <a:path w="536" h="568">
                  <a:moveTo>
                    <a:pt x="0" y="102"/>
                  </a:moveTo>
                  <a:cubicBezTo>
                    <a:pt x="0" y="102"/>
                    <a:pt x="220" y="0"/>
                    <a:pt x="536" y="61"/>
                  </a:cubicBezTo>
                  <a:cubicBezTo>
                    <a:pt x="355" y="568"/>
                    <a:pt x="355" y="568"/>
                    <a:pt x="355" y="568"/>
                  </a:cubicBezTo>
                  <a:lnTo>
                    <a:pt x="0" y="10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5" name="Rectangle 20">
              <a:extLst>
                <a:ext uri="{FF2B5EF4-FFF2-40B4-BE49-F238E27FC236}">
                  <a16:creationId xmlns:a16="http://schemas.microsoft.com/office/drawing/2014/main" id="{12FE447C-2E50-4D66-AED0-C763328C79B7}"/>
                </a:ext>
              </a:extLst>
            </p:cNvPr>
            <p:cNvSpPr>
              <a:spLocks noChangeArrowheads="1"/>
            </p:cNvSpPr>
            <p:nvPr/>
          </p:nvSpPr>
          <p:spPr bwMode="auto">
            <a:xfrm>
              <a:off x="2572" y="2516"/>
              <a:ext cx="526" cy="51"/>
            </a:xfrm>
            <a:prstGeom prst="rect">
              <a:avLst/>
            </a:prstGeom>
            <a:solidFill>
              <a:srgbClr val="8F8F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 name="Rectangle 21">
              <a:extLst>
                <a:ext uri="{FF2B5EF4-FFF2-40B4-BE49-F238E27FC236}">
                  <a16:creationId xmlns:a16="http://schemas.microsoft.com/office/drawing/2014/main" id="{CACC2FEB-44A8-4EEF-ABAD-EC2E86CDDC92}"/>
                </a:ext>
              </a:extLst>
            </p:cNvPr>
            <p:cNvSpPr>
              <a:spLocks noChangeArrowheads="1"/>
            </p:cNvSpPr>
            <p:nvPr/>
          </p:nvSpPr>
          <p:spPr bwMode="auto">
            <a:xfrm>
              <a:off x="257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 name="Rectangle 22">
              <a:extLst>
                <a:ext uri="{FF2B5EF4-FFF2-40B4-BE49-F238E27FC236}">
                  <a16:creationId xmlns:a16="http://schemas.microsoft.com/office/drawing/2014/main" id="{A1E336FF-38EA-4F4F-A607-B5CE5A5CECF5}"/>
                </a:ext>
              </a:extLst>
            </p:cNvPr>
            <p:cNvSpPr>
              <a:spLocks noChangeArrowheads="1"/>
            </p:cNvSpPr>
            <p:nvPr/>
          </p:nvSpPr>
          <p:spPr bwMode="auto">
            <a:xfrm>
              <a:off x="2722" y="2516"/>
              <a:ext cx="80"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8" name="Rectangle 23">
              <a:extLst>
                <a:ext uri="{FF2B5EF4-FFF2-40B4-BE49-F238E27FC236}">
                  <a16:creationId xmlns:a16="http://schemas.microsoft.com/office/drawing/2014/main" id="{8911013E-862B-4086-8C76-D87CC2D11D27}"/>
                </a:ext>
              </a:extLst>
            </p:cNvPr>
            <p:cNvSpPr>
              <a:spLocks noChangeArrowheads="1"/>
            </p:cNvSpPr>
            <p:nvPr/>
          </p:nvSpPr>
          <p:spPr bwMode="auto">
            <a:xfrm>
              <a:off x="287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9" name="Rectangle 24">
              <a:extLst>
                <a:ext uri="{FF2B5EF4-FFF2-40B4-BE49-F238E27FC236}">
                  <a16:creationId xmlns:a16="http://schemas.microsoft.com/office/drawing/2014/main" id="{B3BA4D0D-FD54-44B3-B7D9-9873B5578138}"/>
                </a:ext>
              </a:extLst>
            </p:cNvPr>
            <p:cNvSpPr>
              <a:spLocks noChangeArrowheads="1"/>
            </p:cNvSpPr>
            <p:nvPr/>
          </p:nvSpPr>
          <p:spPr bwMode="auto">
            <a:xfrm>
              <a:off x="3022" y="2516"/>
              <a:ext cx="79" cy="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 name="Rectangle 25">
              <a:extLst>
                <a:ext uri="{FF2B5EF4-FFF2-40B4-BE49-F238E27FC236}">
                  <a16:creationId xmlns:a16="http://schemas.microsoft.com/office/drawing/2014/main" id="{52C3B7FF-9375-4F96-9BEB-EED86FBE00B6}"/>
                </a:ext>
              </a:extLst>
            </p:cNvPr>
            <p:cNvSpPr>
              <a:spLocks noChangeArrowheads="1"/>
            </p:cNvSpPr>
            <p:nvPr/>
          </p:nvSpPr>
          <p:spPr bwMode="auto">
            <a:xfrm>
              <a:off x="1946" y="2504"/>
              <a:ext cx="254" cy="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1" name="Rectangle 26">
              <a:extLst>
                <a:ext uri="{FF2B5EF4-FFF2-40B4-BE49-F238E27FC236}">
                  <a16:creationId xmlns:a16="http://schemas.microsoft.com/office/drawing/2014/main" id="{C2A86D88-0C34-4473-BC25-97F762CB76C2}"/>
                </a:ext>
              </a:extLst>
            </p:cNvPr>
            <p:cNvSpPr>
              <a:spLocks noChangeArrowheads="1"/>
            </p:cNvSpPr>
            <p:nvPr/>
          </p:nvSpPr>
          <p:spPr bwMode="auto">
            <a:xfrm>
              <a:off x="1946" y="2504"/>
              <a:ext cx="37" cy="1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2" name="Rectangle 27">
              <a:extLst>
                <a:ext uri="{FF2B5EF4-FFF2-40B4-BE49-F238E27FC236}">
                  <a16:creationId xmlns:a16="http://schemas.microsoft.com/office/drawing/2014/main" id="{2FD15C68-DE4D-4867-9130-2D5C924E972F}"/>
                </a:ext>
              </a:extLst>
            </p:cNvPr>
            <p:cNvSpPr>
              <a:spLocks noChangeArrowheads="1"/>
            </p:cNvSpPr>
            <p:nvPr/>
          </p:nvSpPr>
          <p:spPr bwMode="auto">
            <a:xfrm>
              <a:off x="3508" y="2537"/>
              <a:ext cx="281" cy="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 name="Rectangle 28">
              <a:extLst>
                <a:ext uri="{FF2B5EF4-FFF2-40B4-BE49-F238E27FC236}">
                  <a16:creationId xmlns:a16="http://schemas.microsoft.com/office/drawing/2014/main" id="{7081BFA8-60D7-4B40-942B-CCB1ECFA7885}"/>
                </a:ext>
              </a:extLst>
            </p:cNvPr>
            <p:cNvSpPr>
              <a:spLocks noChangeArrowheads="1"/>
            </p:cNvSpPr>
            <p:nvPr/>
          </p:nvSpPr>
          <p:spPr bwMode="auto">
            <a:xfrm>
              <a:off x="1772" y="2608"/>
              <a:ext cx="2219" cy="4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 name="Freeform 29">
              <a:extLst>
                <a:ext uri="{FF2B5EF4-FFF2-40B4-BE49-F238E27FC236}">
                  <a16:creationId xmlns:a16="http://schemas.microsoft.com/office/drawing/2014/main" id="{42512890-8779-4A7C-A1F1-B1DF3C2BB146}"/>
                </a:ext>
              </a:extLst>
            </p:cNvPr>
            <p:cNvSpPr>
              <a:spLocks/>
            </p:cNvSpPr>
            <p:nvPr/>
          </p:nvSpPr>
          <p:spPr bwMode="auto">
            <a:xfrm>
              <a:off x="1838" y="2234"/>
              <a:ext cx="400" cy="333"/>
            </a:xfrm>
            <a:custGeom>
              <a:avLst/>
              <a:gdLst>
                <a:gd name="T0" fmla="*/ 633 w 699"/>
                <a:gd name="T1" fmla="*/ 581 h 581"/>
                <a:gd name="T2" fmla="*/ 0 w 699"/>
                <a:gd name="T3" fmla="*/ 106 h 581"/>
                <a:gd name="T4" fmla="*/ 699 w 699"/>
                <a:gd name="T5" fmla="*/ 198 h 581"/>
                <a:gd name="T6" fmla="*/ 633 w 699"/>
                <a:gd name="T7" fmla="*/ 581 h 581"/>
              </a:gdLst>
              <a:ahLst/>
              <a:cxnLst>
                <a:cxn ang="0">
                  <a:pos x="T0" y="T1"/>
                </a:cxn>
                <a:cxn ang="0">
                  <a:pos x="T2" y="T3"/>
                </a:cxn>
                <a:cxn ang="0">
                  <a:pos x="T4" y="T5"/>
                </a:cxn>
                <a:cxn ang="0">
                  <a:pos x="T6" y="T7"/>
                </a:cxn>
              </a:cxnLst>
              <a:rect l="0" t="0" r="r" b="b"/>
              <a:pathLst>
                <a:path w="699" h="581">
                  <a:moveTo>
                    <a:pt x="633" y="581"/>
                  </a:moveTo>
                  <a:cubicBezTo>
                    <a:pt x="0" y="106"/>
                    <a:pt x="0" y="106"/>
                    <a:pt x="0" y="106"/>
                  </a:cubicBezTo>
                  <a:cubicBezTo>
                    <a:pt x="0" y="106"/>
                    <a:pt x="379" y="0"/>
                    <a:pt x="699" y="198"/>
                  </a:cubicBezTo>
                  <a:lnTo>
                    <a:pt x="633" y="5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403482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fr-FR" dirty="0"/>
              <a:t>Merci</a:t>
            </a:r>
          </a:p>
        </p:txBody>
      </p:sp>
    </p:spTree>
    <p:extLst>
      <p:ext uri="{BB962C8B-B14F-4D97-AF65-F5344CB8AC3E}">
        <p14:creationId xmlns:p14="http://schemas.microsoft.com/office/powerpoint/2010/main" val="287145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R Guide utilisateur">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_Template_Beta_external_110816.potx" id="{096397F8-02DF-40E4-AEB9-88A0052F30F0}" vid="{AA36791E-F7D8-46B6-BCF9-C51758B3B4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1576</TotalTime>
  <Words>1728</Words>
  <Application>Microsoft Office PowerPoint</Application>
  <PresentationFormat>Affichage à l'écran (16:9)</PresentationFormat>
  <Paragraphs>128</Paragraphs>
  <Slides>22</Slides>
  <Notes>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22</vt:i4>
      </vt:variant>
    </vt:vector>
  </HeadingPairs>
  <TitlesOfParts>
    <vt:vector size="29" baseType="lpstr">
      <vt:lpstr>Arial</vt:lpstr>
      <vt:lpstr>Calibri</vt:lpstr>
      <vt:lpstr>Helvetica 55 Roman</vt:lpstr>
      <vt:lpstr>Helvetica 75</vt:lpstr>
      <vt:lpstr>Helvetica 75 Bold</vt:lpstr>
      <vt:lpstr>Wingdings</vt:lpstr>
      <vt:lpstr>OFR Guide utilisateur</vt:lpstr>
      <vt:lpstr>Orange Guide utilisateur</vt:lpstr>
      <vt:lpstr>Présentation PowerPoint</vt:lpstr>
      <vt:lpstr>Présentation PowerPoint</vt:lpstr>
      <vt:lpstr>Comment utiliser le modèle</vt:lpstr>
      <vt:lpstr>Insérer de nouvelles diapos</vt:lpstr>
      <vt:lpstr>Utiliser les grilles</vt:lpstr>
      <vt:lpstr>Insérer un contenu</vt:lpstr>
      <vt:lpstr>Police</vt:lpstr>
      <vt:lpstr>Niveaux et puces</vt:lpstr>
      <vt:lpstr>Interlignage</vt:lpstr>
      <vt:lpstr>Combinaison des couleurs (fichiers XML)</vt:lpstr>
      <vt:lpstr>Rendre le numéro de page visible</vt:lpstr>
      <vt:lpstr>Copier et coller du contenu d’autres présentations</vt:lpstr>
      <vt:lpstr>Alignement et distribution</vt:lpstr>
      <vt:lpstr>Autres outils utiles</vt:lpstr>
      <vt:lpstr>Présentation PowerPoint</vt:lpstr>
      <vt:lpstr>Mise en forme des données</vt:lpstr>
      <vt:lpstr>Tuiles et aplats</vt:lpstr>
      <vt:lpstr>Icônes</vt:lpstr>
      <vt:lpstr>Photos</vt:lpstr>
      <vt:lpstr>Illustrations</vt:lpstr>
      <vt:lpstr>Merci</vt:lpstr>
    </vt:vector>
  </TitlesOfParts>
  <Company>Article10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Smith</dc:creator>
  <cp:lastModifiedBy>ADAM GUENIN Marie Lesly COMM/MC</cp:lastModifiedBy>
  <cp:revision>122</cp:revision>
  <dcterms:created xsi:type="dcterms:W3CDTF">2016-08-11T14:02:28Z</dcterms:created>
  <dcterms:modified xsi:type="dcterms:W3CDTF">2021-10-11T12:13:30Z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c818a6-e1a0-4a6e-a969-20d857c5dc62_Enabled">
    <vt:lpwstr>true</vt:lpwstr>
  </property>
  <property fmtid="{D5CDD505-2E9C-101B-9397-08002B2CF9AE}" pid="3" name="MSIP_Label_e6c818a6-e1a0-4a6e-a969-20d857c5dc62_SetDate">
    <vt:lpwstr>2021-10-11T12:13:29Z</vt:lpwstr>
  </property>
  <property fmtid="{D5CDD505-2E9C-101B-9397-08002B2CF9AE}" pid="4" name="MSIP_Label_e6c818a6-e1a0-4a6e-a969-20d857c5dc62_Method">
    <vt:lpwstr>Standard</vt:lpwstr>
  </property>
  <property fmtid="{D5CDD505-2E9C-101B-9397-08002B2CF9AE}" pid="5" name="MSIP_Label_e6c818a6-e1a0-4a6e-a969-20d857c5dc62_Name">
    <vt:lpwstr>Orange_restricted_internal.2</vt:lpwstr>
  </property>
  <property fmtid="{D5CDD505-2E9C-101B-9397-08002B2CF9AE}" pid="6" name="MSIP_Label_e6c818a6-e1a0-4a6e-a969-20d857c5dc62_SiteId">
    <vt:lpwstr>90c7a20a-f34b-40bf-bc48-b9253b6f5d20</vt:lpwstr>
  </property>
  <property fmtid="{D5CDD505-2E9C-101B-9397-08002B2CF9AE}" pid="7" name="MSIP_Label_e6c818a6-e1a0-4a6e-a969-20d857c5dc62_ActionId">
    <vt:lpwstr>b5806231-84ec-40c1-acbe-4b9aebc23159</vt:lpwstr>
  </property>
  <property fmtid="{D5CDD505-2E9C-101B-9397-08002B2CF9AE}" pid="8" name="MSIP_Label_e6c818a6-e1a0-4a6e-a969-20d857c5dc62_ContentBits">
    <vt:lpwstr>2</vt:lpwstr>
  </property>
</Properties>
</file>