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70" r:id="rId16"/>
    <p:sldId id="271" r:id="rId17"/>
    <p:sldId id="273" r:id="rId18"/>
    <p:sldId id="277" r:id="rId19"/>
    <p:sldId id="269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00"/>
    <a:srgbClr val="9D9D9C"/>
    <a:srgbClr val="000000"/>
    <a:srgbClr val="A885D8"/>
    <a:srgbClr val="FFD2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53" d="100"/>
          <a:sy n="53" d="100"/>
        </p:scale>
        <p:origin x="90" y="600"/>
      </p:cViewPr>
      <p:guideLst>
        <p:guide orient="horz" pos="169"/>
        <p:guide pos="2880"/>
        <p:guide orient="horz" pos="636"/>
        <p:guide orient="horz" pos="744"/>
        <p:guide orient="horz" pos="1621"/>
        <p:guide orient="horz" pos="2867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 w="12700"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BB4E6"/>
              </a:solidFill>
              <a:ln w="127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3380-42C5-90F7-017C6238FFAE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8-4405-A380-7565C81E98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alpha val="34000"/>
              </a:schemeClr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A8-4405-A380-7565C81E98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08076160"/>
        <c:axId val="251200640"/>
      </c:barChart>
      <c:catAx>
        <c:axId val="20807616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51200640"/>
        <c:crosses val="autoZero"/>
        <c:auto val="1"/>
        <c:lblAlgn val="ctr"/>
        <c:lblOffset val="100"/>
        <c:noMultiLvlLbl val="0"/>
      </c:catAx>
      <c:valAx>
        <c:axId val="251200640"/>
        <c:scaling>
          <c:orientation val="minMax"/>
          <c:max val="100"/>
        </c:scaling>
        <c:delete val="1"/>
        <c:axPos val="b"/>
        <c:numFmt formatCode="General" sourceLinked="1"/>
        <c:majorTickMark val="out"/>
        <c:minorTickMark val="none"/>
        <c:tickLblPos val="nextTo"/>
        <c:crossAx val="20807616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50BE87"/>
            </a:solidFill>
            <a:ln w="12700"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FF7900"/>
              </a:solidFill>
              <a:ln w="127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77E8-421C-B133-BE2AA6688E01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E1-479C-A5C8-5B2E8F1689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alpha val="34000"/>
              </a:schemeClr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E1-479C-A5C8-5B2E8F168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318797312"/>
        <c:axId val="318798848"/>
      </c:barChart>
      <c:catAx>
        <c:axId val="31879731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318798848"/>
        <c:crosses val="autoZero"/>
        <c:auto val="1"/>
        <c:lblAlgn val="ctr"/>
        <c:lblOffset val="100"/>
        <c:noMultiLvlLbl val="0"/>
      </c:catAx>
      <c:valAx>
        <c:axId val="318798848"/>
        <c:scaling>
          <c:orientation val="minMax"/>
          <c:max val="100"/>
        </c:scaling>
        <c:delete val="1"/>
        <c:axPos val="b"/>
        <c:numFmt formatCode="General" sourceLinked="1"/>
        <c:majorTickMark val="out"/>
        <c:minorTickMark val="none"/>
        <c:tickLblPos val="nextTo"/>
        <c:crossAx val="3187973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A885D8"/>
            </a:solidFill>
            <a:ln w="12700"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 w="127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68A9-4553-872F-857A302E4090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C8-4E2B-8297-F8568C4CD1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alpha val="34000"/>
              </a:schemeClr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C8-4E2B-8297-F8568C4CD1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361829888"/>
        <c:axId val="361831808"/>
      </c:barChart>
      <c:catAx>
        <c:axId val="36182988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361831808"/>
        <c:crosses val="autoZero"/>
        <c:auto val="1"/>
        <c:lblAlgn val="ctr"/>
        <c:lblOffset val="100"/>
        <c:noMultiLvlLbl val="0"/>
      </c:catAx>
      <c:valAx>
        <c:axId val="361831808"/>
        <c:scaling>
          <c:orientation val="minMax"/>
          <c:max val="100"/>
        </c:scaling>
        <c:delete val="1"/>
        <c:axPos val="b"/>
        <c:numFmt formatCode="General" sourceLinked="1"/>
        <c:majorTickMark val="out"/>
        <c:minorTickMark val="none"/>
        <c:tickLblPos val="nextTo"/>
        <c:crossAx val="3618298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A885D8"/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D2-4C26-B38B-DE1022EC9C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alpha val="34000"/>
              </a:schemeClr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D2-4C26-B38B-DE1022EC9C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3394176"/>
        <c:axId val="43395712"/>
      </c:barChart>
      <c:catAx>
        <c:axId val="43394176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43395712"/>
        <c:crosses val="autoZero"/>
        <c:auto val="1"/>
        <c:lblAlgn val="ctr"/>
        <c:lblOffset val="100"/>
        <c:noMultiLvlLbl val="0"/>
      </c:catAx>
      <c:valAx>
        <c:axId val="43395712"/>
        <c:scaling>
          <c:orientation val="minMax"/>
          <c:max val="100"/>
        </c:scaling>
        <c:delete val="1"/>
        <c:axPos val="b"/>
        <c:numFmt formatCode="General" sourceLinked="1"/>
        <c:majorTickMark val="out"/>
        <c:minorTickMark val="none"/>
        <c:tickLblPos val="nextTo"/>
        <c:crossAx val="433941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358-4360-85B7-DBC0FCDE2B7D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358-4360-85B7-DBC0FCDE2B7D}"/>
              </c:ext>
            </c:extLst>
          </c:dPt>
          <c:dPt>
            <c:idx val="2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358-4360-85B7-DBC0FCDE2B7D}"/>
              </c:ext>
            </c:extLst>
          </c:dPt>
          <c:dPt>
            <c:idx val="3"/>
            <c:invertIfNegative val="0"/>
            <c:bubble3D val="0"/>
            <c:spPr>
              <a:solidFill>
                <a:srgbClr val="9D9D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358-4360-85B7-DBC0FCDE2B7D}"/>
              </c:ext>
            </c:extLst>
          </c:dPt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5.8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0.75</c:v>
                </c:pt>
                <c:pt idx="1">
                  <c:v>4.5999999999999996</c:v>
                </c:pt>
                <c:pt idx="2">
                  <c:v>8.8000000000000007</c:v>
                </c:pt>
                <c:pt idx="3">
                  <c:v>0</c:v>
                </c:pt>
              </c:numCache>
            </c:numRef>
          </c:yVal>
          <c:bubbleSize>
            <c:numRef>
              <c:f>Sheet1!$C$2:$C$5</c:f>
              <c:numCache>
                <c:formatCode>0%</c:formatCode>
                <c:ptCount val="4"/>
                <c:pt idx="0">
                  <c:v>0.06</c:v>
                </c:pt>
                <c:pt idx="1">
                  <c:v>0.67</c:v>
                </c:pt>
                <c:pt idx="2">
                  <c:v>0.34</c:v>
                </c:pt>
                <c:pt idx="3">
                  <c:v>0.49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8-5358-4360-85B7-DBC0FCDE2B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300"/>
        <c:showNegBubbles val="0"/>
        <c:axId val="43495808"/>
        <c:axId val="43497344"/>
      </c:bubbleChart>
      <c:valAx>
        <c:axId val="43495808"/>
        <c:scaling>
          <c:orientation val="minMax"/>
          <c:max val="9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43497344"/>
        <c:crosses val="autoZero"/>
        <c:crossBetween val="midCat"/>
      </c:valAx>
      <c:valAx>
        <c:axId val="43497344"/>
        <c:scaling>
          <c:orientation val="minMax"/>
          <c:max val="12"/>
          <c:min val="-4"/>
        </c:scaling>
        <c:delete val="1"/>
        <c:axPos val="l"/>
        <c:numFmt formatCode="General" sourceLinked="1"/>
        <c:majorTickMark val="out"/>
        <c:minorTickMark val="none"/>
        <c:tickLblPos val="nextTo"/>
        <c:crossAx val="4349580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978704120594793E-2"/>
          <c:y val="7.2521803900526496E-2"/>
          <c:w val="0.90702129587940516"/>
          <c:h val="0.793266739300876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A-DFE6-4602-B4C3-E68DDA3FE9C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8E58-4383-973C-008D43597D0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3-8E58-4383-973C-008D43597D0B}"/>
              </c:ext>
            </c:extLst>
          </c:dPt>
          <c:dPt>
            <c:idx val="3"/>
            <c:invertIfNegative val="0"/>
            <c:bubble3D val="0"/>
            <c:spPr>
              <a:solidFill>
                <a:srgbClr val="9D9D9C"/>
              </a:solidFill>
            </c:spPr>
            <c:extLst>
              <c:ext xmlns:c16="http://schemas.microsoft.com/office/drawing/2014/chart" uri="{C3380CC4-5D6E-409C-BE32-E72D297353CC}">
                <c16:uniqueId val="{00000005-8E58-4383-973C-008D43597D0B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/>
              </a:solidFill>
            </c:spPr>
            <c:extLst>
              <c:ext xmlns:c16="http://schemas.microsoft.com/office/drawing/2014/chart" uri="{C3380CC4-5D6E-409C-BE32-E72D297353CC}">
                <c16:uniqueId val="{00000007-8E58-4383-973C-008D43597D0B}"/>
              </c:ext>
            </c:extLst>
          </c:dPt>
          <c:dPt>
            <c:idx val="5"/>
            <c:invertIfNegative val="0"/>
            <c:bubble3D val="0"/>
            <c:spPr>
              <a:solidFill>
                <a:srgbClr val="FF7900"/>
              </a:solidFill>
            </c:spPr>
            <c:extLst>
              <c:ext xmlns:c16="http://schemas.microsoft.com/office/drawing/2014/chart" uri="{C3380CC4-5D6E-409C-BE32-E72D297353CC}">
                <c16:uniqueId val="{00000009-8E58-4383-973C-008D43597D0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1250</c:v>
                </c:pt>
                <c:pt idx="1">
                  <c:v>1350</c:v>
                </c:pt>
                <c:pt idx="2">
                  <c:v>1950</c:v>
                </c:pt>
                <c:pt idx="3">
                  <c:v>2400</c:v>
                </c:pt>
                <c:pt idx="4">
                  <c:v>3500</c:v>
                </c:pt>
                <c:pt idx="5">
                  <c:v>4700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E58-4383-973C-008D43597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"/>
        <c:axId val="47329664"/>
        <c:axId val="47331200"/>
      </c:barChart>
      <c:catAx>
        <c:axId val="473296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47331200"/>
        <c:crosses val="autoZero"/>
        <c:auto val="1"/>
        <c:lblAlgn val="ctr"/>
        <c:lblOffset val="100"/>
        <c:noMultiLvlLbl val="0"/>
      </c:catAx>
      <c:valAx>
        <c:axId val="47331200"/>
        <c:scaling>
          <c:orientation val="minMax"/>
          <c:max val="5000"/>
        </c:scaling>
        <c:delete val="0"/>
        <c:axPos val="l"/>
        <c:numFmt formatCode="General" sourceLinked="1"/>
        <c:majorTickMark val="none"/>
        <c:minorTickMark val="none"/>
        <c:tickLblPos val="nextTo"/>
        <c:crossAx val="47329664"/>
        <c:crosses val="autoZero"/>
        <c:crossBetween val="between"/>
        <c:majorUnit val="1000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fr-F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978704120594793E-2"/>
          <c:y val="7.6616032654648128E-2"/>
          <c:w val="0.90702129587940516"/>
          <c:h val="0.78917251054675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885D8"/>
              </a:solidFill>
            </c:spPr>
            <c:extLst>
              <c:ext xmlns:c16="http://schemas.microsoft.com/office/drawing/2014/chart" uri="{C3380CC4-5D6E-409C-BE32-E72D297353CC}">
                <c16:uniqueId val="{0000000A-3351-4B96-9841-7962F994EE3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5B87-424D-BF2E-AAB3A60FBC1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3-5B87-424D-BF2E-AAB3A60FBC19}"/>
              </c:ext>
            </c:extLst>
          </c:dPt>
          <c:dPt>
            <c:idx val="3"/>
            <c:invertIfNegative val="0"/>
            <c:bubble3D val="0"/>
            <c:spPr>
              <a:solidFill>
                <a:srgbClr val="000000"/>
              </a:solidFill>
            </c:spPr>
            <c:extLst>
              <c:ext xmlns:c16="http://schemas.microsoft.com/office/drawing/2014/chart" uri="{C3380CC4-5D6E-409C-BE32-E72D297353CC}">
                <c16:uniqueId val="{00000005-5B87-424D-BF2E-AAB3A60FBC19}"/>
              </c:ext>
            </c:extLst>
          </c:dPt>
          <c:dPt>
            <c:idx val="4"/>
            <c:invertIfNegative val="0"/>
            <c:bubble3D val="0"/>
            <c:spPr>
              <a:solidFill>
                <a:srgbClr val="9D9D9C"/>
              </a:solidFill>
            </c:spPr>
            <c:extLst>
              <c:ext xmlns:c16="http://schemas.microsoft.com/office/drawing/2014/chart" uri="{C3380CC4-5D6E-409C-BE32-E72D297353CC}">
                <c16:uniqueId val="{00000007-5B87-424D-BF2E-AAB3A60FBC19}"/>
              </c:ext>
            </c:extLst>
          </c:dPt>
          <c:dPt>
            <c:idx val="5"/>
            <c:invertIfNegative val="0"/>
            <c:bubble3D val="0"/>
            <c:spPr>
              <a:solidFill>
                <a:srgbClr val="FF7900"/>
              </a:solidFill>
            </c:spPr>
            <c:extLst>
              <c:ext xmlns:c16="http://schemas.microsoft.com/office/drawing/2014/chart" uri="{C3380CC4-5D6E-409C-BE32-E72D297353CC}">
                <c16:uniqueId val="{00000009-5B87-424D-BF2E-AAB3A60FBC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950</c:v>
                </c:pt>
                <c:pt idx="1">
                  <c:v>1300</c:v>
                </c:pt>
                <c:pt idx="2">
                  <c:v>1800</c:v>
                </c:pt>
                <c:pt idx="3">
                  <c:v>2200</c:v>
                </c:pt>
                <c:pt idx="4">
                  <c:v>3500</c:v>
                </c:pt>
                <c:pt idx="5">
                  <c:v>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B87-424D-BF2E-AAB3A60FB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"/>
        <c:axId val="47355776"/>
        <c:axId val="47357312"/>
      </c:barChart>
      <c:catAx>
        <c:axId val="473557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47357312"/>
        <c:crosses val="autoZero"/>
        <c:auto val="1"/>
        <c:lblAlgn val="ctr"/>
        <c:lblOffset val="100"/>
        <c:noMultiLvlLbl val="0"/>
      </c:catAx>
      <c:valAx>
        <c:axId val="47357312"/>
        <c:scaling>
          <c:orientation val="minMax"/>
          <c:max val="5000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100"/>
            </a:pPr>
            <a:endParaRPr lang="fr-FR"/>
          </a:p>
        </c:txPr>
        <c:crossAx val="47355776"/>
        <c:crosses val="autoZero"/>
        <c:crossBetween val="between"/>
        <c:majorUnit val="100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200000000000002E-2"/>
          <c:y val="6.7616006013885663E-2"/>
          <c:w val="0.69319382677165353"/>
          <c:h val="0.8193779238096202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44A2-420E-B0B5-51AAC328E9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3-44A2-420E-B0B5-51AAC328E99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5-44A2-420E-B0B5-51AAC328E99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7-44A2-420E-B0B5-51AAC328E99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9-44A2-420E-B0B5-51AAC328E99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</c:spPr>
            <c:extLst>
              <c:ext xmlns:c16="http://schemas.microsoft.com/office/drawing/2014/chart" uri="{C3380CC4-5D6E-409C-BE32-E72D297353CC}">
                <c16:uniqueId val="{0000000B-44A2-420E-B0B5-51AAC328E99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000000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  <c:pt idx="3">
                  <c:v>Series 4</c:v>
                </c:pt>
                <c:pt idx="4">
                  <c:v>Series 5</c:v>
                </c:pt>
                <c:pt idx="5">
                  <c:v>Series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4A2-420E-B0B5-51AAC328E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</c:plotArea>
    <c:legend>
      <c:legendPos val="r"/>
      <c:overlay val="0"/>
      <c:txPr>
        <a:bodyPr/>
        <a:lstStyle/>
        <a:p>
          <a:pPr>
            <a:defRPr sz="1000"/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444260412330347E-2"/>
          <c:y val="2.461959248236548E-2"/>
          <c:w val="0.92935710236220481"/>
          <c:h val="0.732104207724471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6D-4D10-B13A-62B8AD0262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2.5</c:v>
                </c:pt>
                <c:pt idx="1">
                  <c:v>3.8</c:v>
                </c:pt>
                <c:pt idx="2">
                  <c:v>3.6</c:v>
                </c:pt>
                <c:pt idx="3">
                  <c:v>4.5</c:v>
                </c:pt>
                <c:pt idx="4">
                  <c:v>4.8</c:v>
                </c:pt>
                <c:pt idx="5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6D-4D10-B13A-62B8AD0262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>
              <a:solidFill>
                <a:schemeClr val="accent3"/>
              </a:solidFill>
            </a:ln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6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C6D-4D10-B13A-62B8AD02622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>
              <a:solidFill>
                <a:schemeClr val="accent4"/>
              </a:solidFill>
            </a:ln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C6D-4D10-B13A-62B8AD02622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>
              <a:solidFill>
                <a:schemeClr val="accent5"/>
              </a:solidFill>
            </a:ln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1.2</c:v>
                </c:pt>
                <c:pt idx="3">
                  <c:v>2.1</c:v>
                </c:pt>
                <c:pt idx="4">
                  <c:v>2.5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C6D-4D10-B13A-62B8AD02622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ln>
              <a:solidFill>
                <a:schemeClr val="accent6"/>
              </a:solidFill>
            </a:ln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C6D-4D10-B13A-62B8AD0262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164224"/>
        <c:axId val="48235648"/>
      </c:lineChart>
      <c:catAx>
        <c:axId val="481642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48235648"/>
        <c:crosses val="autoZero"/>
        <c:auto val="1"/>
        <c:lblAlgn val="ctr"/>
        <c:lblOffset val="100"/>
        <c:noMultiLvlLbl val="0"/>
      </c:catAx>
      <c:valAx>
        <c:axId val="48235648"/>
        <c:scaling>
          <c:orientation val="minMax"/>
        </c:scaling>
        <c:delete val="0"/>
        <c:axPos val="l"/>
        <c:majorGridlines>
          <c:spPr>
            <a:ln w="6350">
              <a:solidFill>
                <a:schemeClr val="tx2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48164224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1019061417322834"/>
          <c:y val="0.86269803425877623"/>
          <c:w val="0.79183999999999999"/>
          <c:h val="0.13730196574122361"/>
        </c:manualLayout>
      </c:layout>
      <c:overlay val="0"/>
      <c:txPr>
        <a:bodyPr/>
        <a:lstStyle/>
        <a:p>
          <a:pPr>
            <a:defRPr sz="1000">
              <a:latin typeface="+mj-lt"/>
            </a:defRPr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+mj-lt"/>
        </a:defRPr>
      </a:pPr>
      <a:endParaRPr lang="fr-F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03/11/2021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472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628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6" y="1181101"/>
            <a:ext cx="8515350" cy="3370262"/>
          </a:xfrm>
        </p:spPr>
        <p:txBody>
          <a:bodyPr/>
          <a:lstStyle>
            <a:lvl1pPr>
              <a:defRPr baseline="0"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fr-FR" noProof="0" dirty="0"/>
              <a:t>Cliquez pour saisir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Modifiez le titre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3535" y="267618"/>
            <a:ext cx="4829289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fr-FR" noProof="0" dirty="0"/>
              <a:t>Modifiez le texte du masque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6" y="266701"/>
            <a:ext cx="3028950" cy="340360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</a:lstStyle>
          <a:p>
            <a:pPr lvl="0"/>
            <a:r>
              <a:rPr lang="fr-FR" noProof="0" dirty="0"/>
              <a:t>Modifiez le texte</a:t>
            </a:r>
          </a:p>
          <a:p>
            <a:pPr lvl="1"/>
            <a:r>
              <a:rPr lang="fr-FR" noProof="0" dirty="0"/>
              <a:t>Deuxième niveau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4325" y="2704144"/>
            <a:ext cx="4827547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 dirty="0"/>
              <a:t>Cliquez pour indiquer le nom du présentateur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3863"/>
            <a:ext cx="612775" cy="612775"/>
            <a:chOff x="313535" y="4233863"/>
            <a:chExt cx="612775" cy="612775"/>
          </a:xfrm>
        </p:grpSpPr>
        <p:sp>
          <p:nvSpPr>
            <p:cNvPr id="50" name="Rectangle 5"/>
            <p:cNvSpPr>
              <a:spLocks noChangeArrowheads="1"/>
            </p:cNvSpPr>
            <p:nvPr userDrawn="1"/>
          </p:nvSpPr>
          <p:spPr bwMode="auto">
            <a:xfrm>
              <a:off x="313535" y="4233863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1" name="Freeform 6"/>
            <p:cNvSpPr>
              <a:spLocks noEditPoints="1"/>
            </p:cNvSpPr>
            <p:nvPr userDrawn="1"/>
          </p:nvSpPr>
          <p:spPr bwMode="auto">
            <a:xfrm>
              <a:off x="500860" y="4708526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2" name="Freeform 7"/>
            <p:cNvSpPr>
              <a:spLocks/>
            </p:cNvSpPr>
            <p:nvPr userDrawn="1"/>
          </p:nvSpPr>
          <p:spPr bwMode="auto">
            <a:xfrm>
              <a:off x="592935" y="4708526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3" name="Freeform 8"/>
            <p:cNvSpPr>
              <a:spLocks noEditPoints="1"/>
            </p:cNvSpPr>
            <p:nvPr userDrawn="1"/>
          </p:nvSpPr>
          <p:spPr bwMode="auto">
            <a:xfrm>
              <a:off x="778673" y="4708526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4" name="Freeform 9"/>
            <p:cNvSpPr>
              <a:spLocks noEditPoints="1"/>
            </p:cNvSpPr>
            <p:nvPr userDrawn="1"/>
          </p:nvSpPr>
          <p:spPr bwMode="auto">
            <a:xfrm>
              <a:off x="346873" y="4708526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5" name="Freeform 10"/>
            <p:cNvSpPr>
              <a:spLocks/>
            </p:cNvSpPr>
            <p:nvPr userDrawn="1"/>
          </p:nvSpPr>
          <p:spPr bwMode="auto">
            <a:xfrm>
              <a:off x="446885" y="4708526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6" name="Freeform 11"/>
            <p:cNvSpPr>
              <a:spLocks noEditPoints="1"/>
            </p:cNvSpPr>
            <p:nvPr userDrawn="1"/>
          </p:nvSpPr>
          <p:spPr bwMode="auto">
            <a:xfrm>
              <a:off x="685010" y="4708526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7" name="Freeform 12"/>
            <p:cNvSpPr>
              <a:spLocks noEditPoints="1"/>
            </p:cNvSpPr>
            <p:nvPr userDrawn="1"/>
          </p:nvSpPr>
          <p:spPr bwMode="auto">
            <a:xfrm>
              <a:off x="843760" y="4678363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5" y="267494"/>
            <a:ext cx="8515349" cy="4283869"/>
          </a:xfrm>
        </p:spPr>
        <p:txBody>
          <a:bodyPr/>
          <a:lstStyle>
            <a:lvl1pPr>
              <a:spcBef>
                <a:spcPts val="0"/>
              </a:spcBef>
              <a:defRPr sz="3000" baseline="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noProof="0" dirty="0"/>
              <a:t>Cliquez pour modifiez le texte</a:t>
            </a:r>
          </a:p>
          <a:p>
            <a:pPr lvl="1"/>
            <a:r>
              <a:rPr lang="fr-FR" noProof="0" dirty="0"/>
              <a:t>Deuxième niveau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3075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fr-FR" noProof="0" dirty="0"/>
              <a:t>Cliquez pour ajouter un nom de section</a:t>
            </a:r>
          </a:p>
          <a:p>
            <a:pPr lvl="1"/>
            <a:r>
              <a:rPr lang="fr-FR" noProof="0" dirty="0"/>
              <a:t>Deuxième niveau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/>
              <a:t>Modifiez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1100"/>
            <a:ext cx="3964880" cy="33702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/>
              <a:t>Modifiez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8516475" cy="74136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fr-FR" noProof="0" dirty="0"/>
              <a:t>Cliquez pour modifiez le titre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Cliquez pour modifiez le titre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pleine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 dirty="0"/>
              <a:t>Cliquez sur l’icone pour ajouter une photo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fr-FR" noProof="0" dirty="0"/>
              <a:t>Cliquez pour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Cliquez ici pour saisir le texte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1100"/>
            <a:ext cx="8516475" cy="3370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 dirty="0"/>
              <a:t>Modifier le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4" name="MSIPCMContentMarking" descr="{&quot;HashCode&quot;:-309203560,&quot;Placement&quot;:&quot;Footer&quot;,&quot;Top&quot;:388.8,&quot;Left&quot;:315.058655,&quot;SlideWidth&quot;:720,&quot;SlideHeight&quot;:405}">
            <a:extLst>
              <a:ext uri="{FF2B5EF4-FFF2-40B4-BE49-F238E27FC236}">
                <a16:creationId xmlns:a16="http://schemas.microsoft.com/office/drawing/2014/main" id="{DBE73D28-7655-4579-8F54-9A34C56DB546}"/>
              </a:ext>
            </a:extLst>
          </p:cNvPr>
          <p:cNvSpPr txBox="1"/>
          <p:nvPr userDrawn="1"/>
        </p:nvSpPr>
        <p:spPr>
          <a:xfrm>
            <a:off x="4001245" y="4937760"/>
            <a:ext cx="1141510" cy="205740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  <a:endParaRPr lang="fr-FR" sz="800" dirty="0" err="1">
              <a:solidFill>
                <a:srgbClr val="ED7D31"/>
              </a:solidFill>
              <a:latin typeface="Helvetica 75 Bold" panose="020B08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 baseline="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1"/>
                </a:solidFill>
              </a:rPr>
              <a:t>Orange </a:t>
            </a:r>
            <a:r>
              <a:rPr lang="fr-FR" dirty="0"/>
              <a:t>Présentation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30 Septembre 2016</a:t>
            </a:r>
          </a:p>
          <a:p>
            <a:pPr lvl="1"/>
            <a:r>
              <a:rPr lang="fr-FR" dirty="0"/>
              <a:t>Ajouter du texte si nécessaire.</a:t>
            </a:r>
            <a:br>
              <a:rPr lang="fr-FR" dirty="0"/>
            </a:br>
            <a:r>
              <a:rPr lang="fr-FR" dirty="0"/>
              <a:t>Ut enim ad minim veniam, quis nostrud exercitation ullamco laboris.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Nom du présentateur ou de l’événement</a:t>
            </a:r>
          </a:p>
        </p:txBody>
      </p:sp>
    </p:spTree>
    <p:extLst>
      <p:ext uri="{BB962C8B-B14F-4D97-AF65-F5344CB8AC3E}">
        <p14:creationId xmlns:p14="http://schemas.microsoft.com/office/powerpoint/2010/main" val="388177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Texte niveau 1 : Helvetica 75 Bold orange</a:t>
            </a:r>
          </a:p>
          <a:p>
            <a:pPr lvl="1"/>
            <a:r>
              <a:rPr lang="fr-FR" dirty="0"/>
              <a:t>Texte niveau 2 : Helvetica 75 Bold noir</a:t>
            </a:r>
          </a:p>
          <a:p>
            <a:pPr lvl="2"/>
            <a:r>
              <a:rPr lang="fr-FR" dirty="0"/>
              <a:t>Texte niveau trois : puce orange Helvetica 75 Bold noir</a:t>
            </a:r>
          </a:p>
          <a:p>
            <a:pPr lvl="3"/>
            <a:r>
              <a:rPr lang="fr-FR" dirty="0"/>
              <a:t>Texte niveau quatre : tiret Helvetica 55 Roman noir</a:t>
            </a:r>
          </a:p>
          <a:p>
            <a:pPr lvl="4"/>
            <a:r>
              <a:rPr lang="fr-FR" dirty="0"/>
              <a:t>Texte niveau cinq : tiret Helvetica 55 Roman noir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Diapo de texte</a:t>
            </a:r>
            <a:br>
              <a:rPr lang="fr-FR" dirty="0"/>
            </a:br>
            <a:r>
              <a:rPr lang="fr-FR" dirty="0">
                <a:solidFill>
                  <a:schemeClr val="tx1"/>
                </a:solidFill>
              </a:rPr>
              <a:t>Une colonne</a:t>
            </a:r>
          </a:p>
        </p:txBody>
      </p:sp>
    </p:spTree>
    <p:extLst>
      <p:ext uri="{BB962C8B-B14F-4D97-AF65-F5344CB8AC3E}">
        <p14:creationId xmlns:p14="http://schemas.microsoft.com/office/powerpoint/2010/main" val="204237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Lorem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Sed </a:t>
            </a:r>
            <a:r>
              <a:rPr lang="fr-FR" dirty="0" err="1"/>
              <a:t>rhoncus</a:t>
            </a:r>
            <a:r>
              <a:rPr lang="fr-FR" dirty="0"/>
              <a:t>, </a:t>
            </a:r>
            <a:r>
              <a:rPr lang="fr-FR" dirty="0" err="1"/>
              <a:t>nisi</a:t>
            </a:r>
            <a:r>
              <a:rPr lang="fr-FR" dirty="0"/>
              <a:t> eu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, </a:t>
            </a:r>
            <a:r>
              <a:rPr lang="fr-FR" dirty="0" err="1"/>
              <a:t>ligula</a:t>
            </a:r>
            <a:r>
              <a:rPr lang="fr-FR" dirty="0"/>
              <a:t> </a:t>
            </a:r>
            <a:r>
              <a:rPr lang="fr-FR" dirty="0" err="1"/>
              <a:t>augue</a:t>
            </a:r>
            <a:r>
              <a:rPr lang="fr-FR" dirty="0"/>
              <a:t> </a:t>
            </a:r>
            <a:r>
              <a:rPr lang="fr-FR" dirty="0" err="1"/>
              <a:t>porttitor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:</a:t>
            </a:r>
          </a:p>
          <a:p>
            <a:pPr lvl="2"/>
            <a:r>
              <a:rPr lang="fr-FR" dirty="0"/>
              <a:t>Eu </a:t>
            </a:r>
            <a:r>
              <a:rPr lang="fr-FR" dirty="0" err="1"/>
              <a:t>iaculis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nisi</a:t>
            </a:r>
            <a:r>
              <a:rPr lang="fr-FR" dirty="0"/>
              <a:t> a </a:t>
            </a:r>
            <a:r>
              <a:rPr lang="fr-FR" dirty="0" err="1"/>
              <a:t>augue</a:t>
            </a:r>
            <a:endParaRPr lang="fr-FR" dirty="0"/>
          </a:p>
          <a:p>
            <a:pPr lvl="3"/>
            <a:r>
              <a:rPr lang="fr-FR" dirty="0" err="1"/>
              <a:t>Phasellus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orci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ante </a:t>
            </a:r>
            <a:r>
              <a:rPr lang="fr-FR" dirty="0" err="1"/>
              <a:t>euismod</a:t>
            </a:r>
            <a:r>
              <a:rPr lang="fr-FR" dirty="0"/>
              <a:t> est </a:t>
            </a:r>
            <a:r>
              <a:rPr lang="fr-FR" dirty="0" err="1"/>
              <a:t>varius</a:t>
            </a:r>
            <a:endParaRPr lang="fr-FR" dirty="0"/>
          </a:p>
          <a:p>
            <a:pPr lvl="2"/>
            <a:r>
              <a:rPr lang="fr-FR" dirty="0" err="1"/>
              <a:t>Nullam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endParaRPr lang="fr-FR" dirty="0"/>
          </a:p>
          <a:p>
            <a:pPr lvl="2"/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leo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volutpat</a:t>
            </a:r>
            <a:r>
              <a:rPr lang="fr-FR" dirty="0"/>
              <a:t> </a:t>
            </a:r>
            <a:r>
              <a:rPr lang="fr-FR" dirty="0" err="1"/>
              <a:t>faucibus</a:t>
            </a:r>
            <a:r>
              <a:rPr lang="fr-FR" dirty="0"/>
              <a:t> id, </a:t>
            </a:r>
            <a:r>
              <a:rPr lang="fr-FR" dirty="0" err="1"/>
              <a:t>consequat</a:t>
            </a:r>
            <a:r>
              <a:rPr lang="fr-FR" dirty="0"/>
              <a:t> id mi</a:t>
            </a:r>
          </a:p>
          <a:p>
            <a:pPr lvl="2"/>
            <a:r>
              <a:rPr lang="fr-FR" dirty="0"/>
              <a:t>Ut </a:t>
            </a:r>
            <a:r>
              <a:rPr lang="fr-FR" dirty="0" err="1"/>
              <a:t>ac</a:t>
            </a:r>
            <a:r>
              <a:rPr lang="fr-FR" dirty="0"/>
              <a:t>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urna</a:t>
            </a:r>
            <a:r>
              <a:rPr lang="fr-FR" dirty="0"/>
              <a:t>, in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Lorem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Sed </a:t>
            </a:r>
            <a:r>
              <a:rPr lang="fr-FR" dirty="0" err="1"/>
              <a:t>rhoncus</a:t>
            </a:r>
            <a:r>
              <a:rPr lang="fr-FR" dirty="0"/>
              <a:t>, </a:t>
            </a:r>
            <a:r>
              <a:rPr lang="fr-FR" dirty="0" err="1"/>
              <a:t>nisi</a:t>
            </a:r>
            <a:r>
              <a:rPr lang="fr-FR" dirty="0"/>
              <a:t> eu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, </a:t>
            </a:r>
            <a:r>
              <a:rPr lang="fr-FR" dirty="0" err="1"/>
              <a:t>ligula</a:t>
            </a:r>
            <a:r>
              <a:rPr lang="fr-FR" dirty="0"/>
              <a:t> </a:t>
            </a:r>
            <a:r>
              <a:rPr lang="fr-FR" dirty="0" err="1"/>
              <a:t>augue</a:t>
            </a:r>
            <a:r>
              <a:rPr lang="fr-FR" dirty="0"/>
              <a:t> </a:t>
            </a:r>
            <a:r>
              <a:rPr lang="fr-FR" dirty="0" err="1"/>
              <a:t>porttitor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:</a:t>
            </a:r>
          </a:p>
          <a:p>
            <a:pPr lvl="2"/>
            <a:r>
              <a:rPr lang="fr-FR" dirty="0"/>
              <a:t>Eu </a:t>
            </a:r>
            <a:r>
              <a:rPr lang="fr-FR" dirty="0" err="1"/>
              <a:t>iaculis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nisi</a:t>
            </a:r>
            <a:r>
              <a:rPr lang="fr-FR" dirty="0"/>
              <a:t> a </a:t>
            </a:r>
            <a:r>
              <a:rPr lang="fr-FR" dirty="0" err="1"/>
              <a:t>augue</a:t>
            </a:r>
            <a:endParaRPr lang="fr-FR" dirty="0"/>
          </a:p>
          <a:p>
            <a:pPr lvl="3"/>
            <a:r>
              <a:rPr lang="fr-FR" dirty="0" err="1"/>
              <a:t>Phasellus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orci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ante </a:t>
            </a:r>
            <a:r>
              <a:rPr lang="fr-FR" dirty="0" err="1"/>
              <a:t>euismod</a:t>
            </a:r>
            <a:r>
              <a:rPr lang="fr-FR" dirty="0"/>
              <a:t> est </a:t>
            </a:r>
            <a:r>
              <a:rPr lang="fr-FR" dirty="0" err="1"/>
              <a:t>varius</a:t>
            </a:r>
            <a:endParaRPr lang="fr-FR" dirty="0"/>
          </a:p>
          <a:p>
            <a:pPr lvl="2"/>
            <a:r>
              <a:rPr lang="fr-FR" dirty="0" err="1"/>
              <a:t>Nullam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endParaRPr lang="fr-FR" dirty="0"/>
          </a:p>
          <a:p>
            <a:pPr lvl="2"/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leo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volutpat</a:t>
            </a:r>
            <a:r>
              <a:rPr lang="fr-FR" dirty="0"/>
              <a:t> </a:t>
            </a:r>
            <a:r>
              <a:rPr lang="fr-FR" dirty="0" err="1"/>
              <a:t>faucibus</a:t>
            </a:r>
            <a:r>
              <a:rPr lang="fr-FR" dirty="0"/>
              <a:t> id, </a:t>
            </a:r>
            <a:r>
              <a:rPr lang="fr-FR" dirty="0" err="1"/>
              <a:t>consequat</a:t>
            </a:r>
            <a:r>
              <a:rPr lang="fr-FR" dirty="0"/>
              <a:t> id mi</a:t>
            </a:r>
          </a:p>
          <a:p>
            <a:pPr lvl="2"/>
            <a:r>
              <a:rPr lang="fr-FR" dirty="0"/>
              <a:t>Ut </a:t>
            </a:r>
            <a:r>
              <a:rPr lang="fr-FR" dirty="0" err="1"/>
              <a:t>ac</a:t>
            </a:r>
            <a:r>
              <a:rPr lang="fr-FR" dirty="0"/>
              <a:t>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urna</a:t>
            </a:r>
            <a:r>
              <a:rPr lang="fr-FR" dirty="0"/>
              <a:t>, in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Diapo de texte </a:t>
            </a:r>
            <a:br>
              <a:rPr lang="fr-FR" dirty="0"/>
            </a:br>
            <a:r>
              <a:rPr lang="fr-FR" dirty="0">
                <a:solidFill>
                  <a:schemeClr val="tx1"/>
                </a:solidFill>
              </a:rPr>
              <a:t>Deux colonnes</a:t>
            </a:r>
          </a:p>
        </p:txBody>
      </p:sp>
    </p:spTree>
    <p:extLst>
      <p:ext uri="{BB962C8B-B14F-4D97-AF65-F5344CB8AC3E}">
        <p14:creationId xmlns:p14="http://schemas.microsoft.com/office/powerpoint/2010/main" val="3534451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Partie une</a:t>
            </a:r>
          </a:p>
          <a:p>
            <a:pPr lvl="1"/>
            <a:r>
              <a:rPr lang="fr-FR" dirty="0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136426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Diapo plan</a:t>
            </a:r>
          </a:p>
        </p:txBody>
      </p:sp>
      <p:cxnSp>
        <p:nvCxnSpPr>
          <p:cNvPr id="116" name="Straight Connector 115"/>
          <p:cNvCxnSpPr/>
          <p:nvPr/>
        </p:nvCxnSpPr>
        <p:spPr>
          <a:xfrm>
            <a:off x="5249259" y="3122738"/>
            <a:ext cx="1993489" cy="0"/>
          </a:xfrm>
          <a:prstGeom prst="line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036271" y="2675371"/>
            <a:ext cx="221226" cy="0"/>
          </a:xfrm>
          <a:prstGeom prst="line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/>
          <p:cNvCxnSpPr>
            <a:stCxn id="119" idx="3"/>
            <a:endCxn id="127" idx="1"/>
          </p:cNvCxnSpPr>
          <p:nvPr/>
        </p:nvCxnSpPr>
        <p:spPr>
          <a:xfrm>
            <a:off x="5249916" y="2195765"/>
            <a:ext cx="425584" cy="48111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9" name="Table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689125"/>
              </p:ext>
            </p:extLst>
          </p:nvPr>
        </p:nvGraphicFramePr>
        <p:xfrm>
          <a:off x="3881916" y="186152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0" name="Table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717342"/>
              </p:ext>
            </p:extLst>
          </p:nvPr>
        </p:nvGraphicFramePr>
        <p:xfrm>
          <a:off x="2099444" y="3744211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208693"/>
              </p:ext>
            </p:extLst>
          </p:nvPr>
        </p:nvGraphicFramePr>
        <p:xfrm>
          <a:off x="305360" y="278454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2" name="Table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645074"/>
              </p:ext>
            </p:extLst>
          </p:nvPr>
        </p:nvGraphicFramePr>
        <p:xfrm>
          <a:off x="2099444" y="186152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27003"/>
              </p:ext>
            </p:extLst>
          </p:nvPr>
        </p:nvGraphicFramePr>
        <p:xfrm>
          <a:off x="2099444" y="278454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4" name="Table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636095"/>
              </p:ext>
            </p:extLst>
          </p:nvPr>
        </p:nvGraphicFramePr>
        <p:xfrm>
          <a:off x="7466149" y="278454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5" name="Table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514280"/>
              </p:ext>
            </p:extLst>
          </p:nvPr>
        </p:nvGraphicFramePr>
        <p:xfrm>
          <a:off x="3887472" y="278454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6" name="Table 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711835"/>
              </p:ext>
            </p:extLst>
          </p:nvPr>
        </p:nvGraphicFramePr>
        <p:xfrm>
          <a:off x="5675500" y="1419622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7" name="Table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702877"/>
              </p:ext>
            </p:extLst>
          </p:nvPr>
        </p:nvGraphicFramePr>
        <p:xfrm>
          <a:off x="5675500" y="2342642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28" name="Elbow Connector 127"/>
          <p:cNvCxnSpPr>
            <a:stCxn id="121" idx="3"/>
            <a:endCxn id="122" idx="1"/>
          </p:cNvCxnSpPr>
          <p:nvPr/>
        </p:nvCxnSpPr>
        <p:spPr>
          <a:xfrm flipV="1">
            <a:off x="1673360" y="2195765"/>
            <a:ext cx="426084" cy="92302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121" idx="3"/>
            <a:endCxn id="123" idx="1"/>
          </p:cNvCxnSpPr>
          <p:nvPr/>
        </p:nvCxnSpPr>
        <p:spPr>
          <a:xfrm>
            <a:off x="1673360" y="3118785"/>
            <a:ext cx="4260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123" idx="3"/>
            <a:endCxn id="125" idx="1"/>
          </p:cNvCxnSpPr>
          <p:nvPr/>
        </p:nvCxnSpPr>
        <p:spPr>
          <a:xfrm>
            <a:off x="3467444" y="3118785"/>
            <a:ext cx="42002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Elbow Connector 130"/>
          <p:cNvCxnSpPr>
            <a:stCxn id="120" idx="3"/>
            <a:endCxn id="119" idx="1"/>
          </p:cNvCxnSpPr>
          <p:nvPr/>
        </p:nvCxnSpPr>
        <p:spPr>
          <a:xfrm flipV="1">
            <a:off x="3467444" y="2195765"/>
            <a:ext cx="414472" cy="1882686"/>
          </a:xfrm>
          <a:prstGeom prst="bentConnector3">
            <a:avLst>
              <a:gd name="adj1" fmla="val 50000"/>
            </a:avLst>
          </a:prstGeom>
          <a:ln w="12700">
            <a:solidFill>
              <a:schemeClr val="bg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31"/>
          <p:cNvCxnSpPr>
            <a:stCxn id="119" idx="3"/>
            <a:endCxn id="126" idx="1"/>
          </p:cNvCxnSpPr>
          <p:nvPr/>
        </p:nvCxnSpPr>
        <p:spPr>
          <a:xfrm flipV="1">
            <a:off x="5249916" y="1753862"/>
            <a:ext cx="425584" cy="441903"/>
          </a:xfrm>
          <a:prstGeom prst="bentConnector3">
            <a:avLst>
              <a:gd name="adj1" fmla="val 50000"/>
            </a:avLst>
          </a:prstGeom>
          <a:ln w="12700">
            <a:solidFill>
              <a:schemeClr val="bg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132"/>
          <p:cNvCxnSpPr>
            <a:stCxn id="126" idx="3"/>
            <a:endCxn id="124" idx="1"/>
          </p:cNvCxnSpPr>
          <p:nvPr/>
        </p:nvCxnSpPr>
        <p:spPr>
          <a:xfrm>
            <a:off x="7043500" y="1753862"/>
            <a:ext cx="422649" cy="1364923"/>
          </a:xfrm>
          <a:prstGeom prst="bentConnector3">
            <a:avLst>
              <a:gd name="adj1" fmla="val 50000"/>
            </a:avLst>
          </a:prstGeom>
          <a:ln w="12700">
            <a:solidFill>
              <a:schemeClr val="bg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Elbow Connector 133"/>
          <p:cNvCxnSpPr>
            <a:stCxn id="121" idx="3"/>
            <a:endCxn id="120" idx="1"/>
          </p:cNvCxnSpPr>
          <p:nvPr/>
        </p:nvCxnSpPr>
        <p:spPr>
          <a:xfrm>
            <a:off x="1673360" y="3118785"/>
            <a:ext cx="426084" cy="959666"/>
          </a:xfrm>
          <a:prstGeom prst="bentConnector3">
            <a:avLst>
              <a:gd name="adj1" fmla="val 50000"/>
            </a:avLst>
          </a:prstGeom>
          <a:ln w="12700">
            <a:solidFill>
              <a:schemeClr val="bg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23528" y="1491124"/>
            <a:ext cx="1440159" cy="106952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elited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730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Diapo étapes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635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2447529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572000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707587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660762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92081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52208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0944" y="936430"/>
            <a:ext cx="820738" cy="1769715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11500" dirty="0"/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60762" y="936430"/>
            <a:ext cx="820738" cy="1769715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11500" dirty="0"/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2081" y="936430"/>
            <a:ext cx="820738" cy="1769715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115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2208" y="936430"/>
            <a:ext cx="820738" cy="1769715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115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0934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917525" y="2140646"/>
            <a:ext cx="0" cy="33103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302781" y="2562735"/>
            <a:ext cx="8534833" cy="432048"/>
            <a:chOff x="317500" y="2355726"/>
            <a:chExt cx="8520113" cy="432048"/>
          </a:xfrm>
        </p:grpSpPr>
        <p:sp>
          <p:nvSpPr>
            <p:cNvPr id="35" name="Rectangle 34"/>
            <p:cNvSpPr/>
            <p:nvPr/>
          </p:nvSpPr>
          <p:spPr>
            <a:xfrm>
              <a:off x="317500" y="2355726"/>
              <a:ext cx="1703641" cy="21602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7 Aout 2016</a:t>
              </a:r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317500" y="2571750"/>
              <a:ext cx="8520113" cy="216024"/>
              <a:chOff x="317500" y="2915436"/>
              <a:chExt cx="8520113" cy="216024"/>
            </a:xfrm>
          </p:grpSpPr>
          <p:grpSp>
            <p:nvGrpSpPr>
              <p:cNvPr id="41" name="Group 40"/>
              <p:cNvGrpSpPr/>
              <p:nvPr/>
            </p:nvGrpSpPr>
            <p:grpSpPr>
              <a:xfrm>
                <a:off x="317500" y="2915436"/>
                <a:ext cx="1705548" cy="216024"/>
                <a:chOff x="317500" y="2915436"/>
                <a:chExt cx="1705548" cy="216024"/>
              </a:xfrm>
            </p:grpSpPr>
            <p:sp>
              <p:nvSpPr>
                <p:cNvPr id="74" name="Rectangle 73"/>
                <p:cNvSpPr/>
                <p:nvPr/>
              </p:nvSpPr>
              <p:spPr>
                <a:xfrm>
                  <a:off x="317500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L</a:t>
                  </a:r>
                </a:p>
              </p:txBody>
            </p:sp>
            <p:sp>
              <p:nvSpPr>
                <p:cNvPr id="75" name="Rectangle 74"/>
                <p:cNvSpPr/>
                <p:nvPr/>
              </p:nvSpPr>
              <p:spPr>
                <a:xfrm>
                  <a:off x="561150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76" name="Rectangle 75"/>
                <p:cNvSpPr/>
                <p:nvPr/>
              </p:nvSpPr>
              <p:spPr>
                <a:xfrm>
                  <a:off x="804799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77" name="Rectangle 76"/>
                <p:cNvSpPr/>
                <p:nvPr/>
              </p:nvSpPr>
              <p:spPr>
                <a:xfrm>
                  <a:off x="104844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J</a:t>
                  </a:r>
                </a:p>
              </p:txBody>
            </p:sp>
            <p:sp>
              <p:nvSpPr>
                <p:cNvPr id="78" name="Rectangle 77"/>
                <p:cNvSpPr/>
                <p:nvPr/>
              </p:nvSpPr>
              <p:spPr>
                <a:xfrm>
                  <a:off x="1292099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V</a:t>
                  </a: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1535749" y="2915436"/>
                  <a:ext cx="243650" cy="216024"/>
                </a:xfrm>
                <a:prstGeom prst="rect">
                  <a:avLst/>
                </a:prstGeom>
                <a:solidFill>
                  <a:srgbClr val="8F8F8F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s</a:t>
                  </a:r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1779398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D</a:t>
                  </a:r>
                </a:p>
              </p:txBody>
            </p:sp>
          </p:grpSp>
          <p:grpSp>
            <p:nvGrpSpPr>
              <p:cNvPr id="42" name="Group 41"/>
              <p:cNvGrpSpPr/>
              <p:nvPr/>
            </p:nvGrpSpPr>
            <p:grpSpPr>
              <a:xfrm>
                <a:off x="2021141" y="2915436"/>
                <a:ext cx="1705548" cy="216024"/>
                <a:chOff x="317500" y="2915436"/>
                <a:chExt cx="1705548" cy="216024"/>
              </a:xfrm>
            </p:grpSpPr>
            <p:sp>
              <p:nvSpPr>
                <p:cNvPr id="67" name="Rectangle 66"/>
                <p:cNvSpPr/>
                <p:nvPr/>
              </p:nvSpPr>
              <p:spPr>
                <a:xfrm>
                  <a:off x="317500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L</a:t>
                  </a:r>
                </a:p>
              </p:txBody>
            </p:sp>
            <p:sp>
              <p:nvSpPr>
                <p:cNvPr id="68" name="Rectangle 67"/>
                <p:cNvSpPr/>
                <p:nvPr/>
              </p:nvSpPr>
              <p:spPr>
                <a:xfrm>
                  <a:off x="561150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69" name="Rectangle 68"/>
                <p:cNvSpPr/>
                <p:nvPr/>
              </p:nvSpPr>
              <p:spPr>
                <a:xfrm>
                  <a:off x="8047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70" name="Rectangle 69"/>
                <p:cNvSpPr/>
                <p:nvPr/>
              </p:nvSpPr>
              <p:spPr>
                <a:xfrm>
                  <a:off x="104844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J</a:t>
                  </a:r>
                </a:p>
              </p:txBody>
            </p:sp>
            <p:sp>
              <p:nvSpPr>
                <p:cNvPr id="71" name="Rectangle 70"/>
                <p:cNvSpPr/>
                <p:nvPr/>
              </p:nvSpPr>
              <p:spPr>
                <a:xfrm>
                  <a:off x="1292099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V</a:t>
                  </a:r>
                </a:p>
              </p:txBody>
            </p:sp>
            <p:sp>
              <p:nvSpPr>
                <p:cNvPr id="72" name="Rectangle 71"/>
                <p:cNvSpPr/>
                <p:nvPr/>
              </p:nvSpPr>
              <p:spPr>
                <a:xfrm>
                  <a:off x="1535749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s</a:t>
                  </a:r>
                </a:p>
              </p:txBody>
            </p:sp>
            <p:sp>
              <p:nvSpPr>
                <p:cNvPr id="73" name="Rectangle 72"/>
                <p:cNvSpPr/>
                <p:nvPr/>
              </p:nvSpPr>
              <p:spPr>
                <a:xfrm>
                  <a:off x="1779398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D</a:t>
                  </a:r>
                </a:p>
              </p:txBody>
            </p:sp>
          </p:grpSp>
          <p:grpSp>
            <p:nvGrpSpPr>
              <p:cNvPr id="43" name="Group 42"/>
              <p:cNvGrpSpPr/>
              <p:nvPr/>
            </p:nvGrpSpPr>
            <p:grpSpPr>
              <a:xfrm>
                <a:off x="3724782" y="2915436"/>
                <a:ext cx="1705548" cy="216024"/>
                <a:chOff x="317500" y="2915436"/>
                <a:chExt cx="1705548" cy="216024"/>
              </a:xfrm>
            </p:grpSpPr>
            <p:sp>
              <p:nvSpPr>
                <p:cNvPr id="60" name="Rectangle 59"/>
                <p:cNvSpPr/>
                <p:nvPr/>
              </p:nvSpPr>
              <p:spPr>
                <a:xfrm>
                  <a:off x="317500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L</a:t>
                  </a:r>
                </a:p>
              </p:txBody>
            </p:sp>
            <p:sp>
              <p:nvSpPr>
                <p:cNvPr id="61" name="Rectangle 60"/>
                <p:cNvSpPr/>
                <p:nvPr/>
              </p:nvSpPr>
              <p:spPr>
                <a:xfrm>
                  <a:off x="561150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62" name="Rectangle 61"/>
                <p:cNvSpPr/>
                <p:nvPr/>
              </p:nvSpPr>
              <p:spPr>
                <a:xfrm>
                  <a:off x="804799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63" name="Rectangle 62"/>
                <p:cNvSpPr/>
                <p:nvPr/>
              </p:nvSpPr>
              <p:spPr>
                <a:xfrm>
                  <a:off x="104844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J</a:t>
                  </a:r>
                </a:p>
              </p:txBody>
            </p:sp>
            <p:sp>
              <p:nvSpPr>
                <p:cNvPr id="64" name="Rectangle 63"/>
                <p:cNvSpPr/>
                <p:nvPr/>
              </p:nvSpPr>
              <p:spPr>
                <a:xfrm>
                  <a:off x="12920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V</a:t>
                  </a:r>
                </a:p>
              </p:txBody>
            </p:sp>
            <p:sp>
              <p:nvSpPr>
                <p:cNvPr id="65" name="Rectangle 64"/>
                <p:cNvSpPr/>
                <p:nvPr/>
              </p:nvSpPr>
              <p:spPr>
                <a:xfrm>
                  <a:off x="1535749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s</a:t>
                  </a:r>
                </a:p>
              </p:txBody>
            </p:sp>
            <p:sp>
              <p:nvSpPr>
                <p:cNvPr id="66" name="Rectangle 65"/>
                <p:cNvSpPr/>
                <p:nvPr/>
              </p:nvSpPr>
              <p:spPr>
                <a:xfrm>
                  <a:off x="1779398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D</a:t>
                  </a:r>
                </a:p>
              </p:txBody>
            </p:sp>
          </p:grpSp>
          <p:grpSp>
            <p:nvGrpSpPr>
              <p:cNvPr id="44" name="Group 43"/>
              <p:cNvGrpSpPr/>
              <p:nvPr/>
            </p:nvGrpSpPr>
            <p:grpSpPr>
              <a:xfrm>
                <a:off x="5428423" y="2915436"/>
                <a:ext cx="1705548" cy="216024"/>
                <a:chOff x="317500" y="2915436"/>
                <a:chExt cx="1705548" cy="216024"/>
              </a:xfrm>
            </p:grpSpPr>
            <p:sp>
              <p:nvSpPr>
                <p:cNvPr id="53" name="Rectangle 52"/>
                <p:cNvSpPr/>
                <p:nvPr/>
              </p:nvSpPr>
              <p:spPr>
                <a:xfrm>
                  <a:off x="317500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L</a:t>
                  </a:r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561150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8047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56" name="Rectangle 55"/>
                <p:cNvSpPr/>
                <p:nvPr/>
              </p:nvSpPr>
              <p:spPr>
                <a:xfrm>
                  <a:off x="1048449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J</a:t>
                  </a:r>
                </a:p>
              </p:txBody>
            </p:sp>
            <p:sp>
              <p:nvSpPr>
                <p:cNvPr id="57" name="Rectangle 56"/>
                <p:cNvSpPr/>
                <p:nvPr/>
              </p:nvSpPr>
              <p:spPr>
                <a:xfrm>
                  <a:off x="12920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V</a:t>
                  </a:r>
                </a:p>
              </p:txBody>
            </p:sp>
            <p:sp>
              <p:nvSpPr>
                <p:cNvPr id="58" name="Rectangle 57"/>
                <p:cNvSpPr/>
                <p:nvPr/>
              </p:nvSpPr>
              <p:spPr>
                <a:xfrm>
                  <a:off x="1535749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s</a:t>
                  </a:r>
                </a:p>
              </p:txBody>
            </p:sp>
            <p:sp>
              <p:nvSpPr>
                <p:cNvPr id="59" name="Rectangle 58"/>
                <p:cNvSpPr/>
                <p:nvPr/>
              </p:nvSpPr>
              <p:spPr>
                <a:xfrm>
                  <a:off x="1779398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D</a:t>
                  </a:r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7132065" y="2915436"/>
                <a:ext cx="1705548" cy="216024"/>
                <a:chOff x="317500" y="2915436"/>
                <a:chExt cx="1705548" cy="216024"/>
              </a:xfrm>
            </p:grpSpPr>
            <p:sp>
              <p:nvSpPr>
                <p:cNvPr id="46" name="Rectangle 45"/>
                <p:cNvSpPr/>
                <p:nvPr/>
              </p:nvSpPr>
              <p:spPr>
                <a:xfrm>
                  <a:off x="317500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L</a:t>
                  </a:r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>
                  <a:off x="561150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48" name="Rectangle 47"/>
                <p:cNvSpPr/>
                <p:nvPr/>
              </p:nvSpPr>
              <p:spPr>
                <a:xfrm>
                  <a:off x="8047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49" name="Rectangle 48"/>
                <p:cNvSpPr/>
                <p:nvPr/>
              </p:nvSpPr>
              <p:spPr>
                <a:xfrm>
                  <a:off x="104844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J</a:t>
                  </a:r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12920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V</a:t>
                  </a:r>
                </a:p>
              </p:txBody>
            </p:sp>
            <p:sp>
              <p:nvSpPr>
                <p:cNvPr id="51" name="Rectangle 50"/>
                <p:cNvSpPr/>
                <p:nvPr/>
              </p:nvSpPr>
              <p:spPr>
                <a:xfrm>
                  <a:off x="1535749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s</a:t>
                  </a:r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1779398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D</a:t>
                  </a:r>
                </a:p>
              </p:txBody>
            </p:sp>
          </p:grpSp>
        </p:grpSp>
        <p:sp>
          <p:nvSpPr>
            <p:cNvPr id="37" name="Rectangle 36"/>
            <p:cNvSpPr/>
            <p:nvPr/>
          </p:nvSpPr>
          <p:spPr>
            <a:xfrm>
              <a:off x="2021618" y="2355726"/>
              <a:ext cx="1703641" cy="21602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14 Aout 2016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725736" y="2355726"/>
              <a:ext cx="1703641" cy="21602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21 Aout 2016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429854" y="2355726"/>
              <a:ext cx="1703641" cy="21602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28 Aout 2016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133972" y="2355726"/>
              <a:ext cx="1703641" cy="21602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4 Septembre 2016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792857" y="2032498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82" name="Straight Connector 81"/>
          <p:cNvCxnSpPr/>
          <p:nvPr/>
        </p:nvCxnSpPr>
        <p:spPr>
          <a:xfrm>
            <a:off x="440514" y="1682620"/>
            <a:ext cx="0" cy="789056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318689" y="1533358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1414927" y="3093954"/>
            <a:ext cx="0" cy="209687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1299611" y="3303641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86" name="Straight Connector 85"/>
          <p:cNvCxnSpPr/>
          <p:nvPr/>
        </p:nvCxnSpPr>
        <p:spPr>
          <a:xfrm flipV="1">
            <a:off x="3844700" y="3089845"/>
            <a:ext cx="0" cy="701111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3724782" y="3790956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88" name="Straight Connector 87"/>
          <p:cNvCxnSpPr/>
          <p:nvPr/>
        </p:nvCxnSpPr>
        <p:spPr>
          <a:xfrm flipV="1">
            <a:off x="4327397" y="3093954"/>
            <a:ext cx="0" cy="209687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4212081" y="3303641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90" name="Straight Connector 89"/>
          <p:cNvCxnSpPr/>
          <p:nvPr/>
        </p:nvCxnSpPr>
        <p:spPr>
          <a:xfrm flipV="1">
            <a:off x="6280243" y="3089845"/>
            <a:ext cx="0" cy="701111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6160325" y="3790956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92" name="Straight Connector 91"/>
          <p:cNvCxnSpPr/>
          <p:nvPr/>
        </p:nvCxnSpPr>
        <p:spPr>
          <a:xfrm flipV="1">
            <a:off x="7256653" y="3093954"/>
            <a:ext cx="0" cy="209687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7141338" y="3303641"/>
            <a:ext cx="1696276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94" name="Straight Connector 93"/>
          <p:cNvCxnSpPr/>
          <p:nvPr/>
        </p:nvCxnSpPr>
        <p:spPr>
          <a:xfrm>
            <a:off x="3108966" y="2140646"/>
            <a:ext cx="0" cy="33103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2984298" y="2032498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96" name="Straight Connector 95"/>
          <p:cNvCxnSpPr/>
          <p:nvPr/>
        </p:nvCxnSpPr>
        <p:spPr>
          <a:xfrm>
            <a:off x="5787049" y="2140646"/>
            <a:ext cx="0" cy="33103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5662381" y="2032498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98" name="Straight Connector 97"/>
          <p:cNvCxnSpPr/>
          <p:nvPr/>
        </p:nvCxnSpPr>
        <p:spPr>
          <a:xfrm>
            <a:off x="5548078" y="1682620"/>
            <a:ext cx="0" cy="789056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5426253" y="1533358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Chronologie</a:t>
            </a:r>
          </a:p>
        </p:txBody>
      </p:sp>
    </p:spTree>
    <p:extLst>
      <p:ext uri="{BB962C8B-B14F-4D97-AF65-F5344CB8AC3E}">
        <p14:creationId xmlns:p14="http://schemas.microsoft.com/office/powerpoint/2010/main" val="18879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8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Chiffres clés</a:t>
            </a:r>
          </a:p>
        </p:txBody>
      </p:sp>
      <p:graphicFrame>
        <p:nvGraphicFramePr>
          <p:cNvPr id="83" name="Chart 82"/>
          <p:cNvGraphicFramePr/>
          <p:nvPr>
            <p:extLst>
              <p:ext uri="{D42A27DB-BD31-4B8C-83A1-F6EECF244321}">
                <p14:modId xmlns:p14="http://schemas.microsoft.com/office/powerpoint/2010/main" val="1671111336"/>
              </p:ext>
            </p:extLst>
          </p:nvPr>
        </p:nvGraphicFramePr>
        <p:xfrm>
          <a:off x="2399717" y="1995686"/>
          <a:ext cx="1994260" cy="554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4" name="Chart 83"/>
          <p:cNvGraphicFramePr/>
          <p:nvPr>
            <p:extLst>
              <p:ext uri="{D42A27DB-BD31-4B8C-83A1-F6EECF244321}">
                <p14:modId xmlns:p14="http://schemas.microsoft.com/office/powerpoint/2010/main" val="2110647377"/>
              </p:ext>
            </p:extLst>
          </p:nvPr>
        </p:nvGraphicFramePr>
        <p:xfrm>
          <a:off x="4529746" y="1995686"/>
          <a:ext cx="1994260" cy="554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5" name="Chart 84"/>
          <p:cNvGraphicFramePr/>
          <p:nvPr>
            <p:extLst>
              <p:ext uri="{D42A27DB-BD31-4B8C-83A1-F6EECF244321}">
                <p14:modId xmlns:p14="http://schemas.microsoft.com/office/powerpoint/2010/main" val="3868010039"/>
              </p:ext>
            </p:extLst>
          </p:nvPr>
        </p:nvGraphicFramePr>
        <p:xfrm>
          <a:off x="6659775" y="1995686"/>
          <a:ext cx="1994260" cy="554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6" name="Chart 85"/>
          <p:cNvGraphicFramePr/>
          <p:nvPr>
            <p:extLst>
              <p:ext uri="{D42A27DB-BD31-4B8C-83A1-F6EECF244321}">
                <p14:modId xmlns:p14="http://schemas.microsoft.com/office/powerpoint/2010/main" val="2486847998"/>
              </p:ext>
            </p:extLst>
          </p:nvPr>
        </p:nvGraphicFramePr>
        <p:xfrm>
          <a:off x="269688" y="1995686"/>
          <a:ext cx="1994260" cy="554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7" name="TextBox 86"/>
          <p:cNvSpPr txBox="1"/>
          <p:nvPr/>
        </p:nvSpPr>
        <p:spPr>
          <a:xfrm>
            <a:off x="384938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93537" y="1185014"/>
            <a:ext cx="1263166" cy="738664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4800" spc="-100" dirty="0"/>
              <a:t>85%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2817" y="1185014"/>
            <a:ext cx="1263166" cy="738664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4800" spc="-100" dirty="0"/>
              <a:t>18%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45065" y="1185014"/>
            <a:ext cx="1263166" cy="738664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4800" spc="-100" dirty="0"/>
              <a:t>45%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39871" y="1185014"/>
            <a:ext cx="1511533" cy="73866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4800" spc="-100" dirty="0"/>
              <a:t>75%</a:t>
            </a:r>
          </a:p>
        </p:txBody>
      </p:sp>
      <p:cxnSp>
        <p:nvCxnSpPr>
          <p:cNvPr id="92" name="Straight Connector 91"/>
          <p:cNvCxnSpPr/>
          <p:nvPr/>
        </p:nvCxnSpPr>
        <p:spPr>
          <a:xfrm>
            <a:off x="2331832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4456303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6591890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2545065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76384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36511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191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Chiffres clés</a:t>
            </a:r>
          </a:p>
        </p:txBody>
      </p:sp>
      <p:sp>
        <p:nvSpPr>
          <p:cNvPr id="7" name="Content Placeholder 23"/>
          <p:cNvSpPr txBox="1">
            <a:spLocks/>
          </p:cNvSpPr>
          <p:nvPr/>
        </p:nvSpPr>
        <p:spPr>
          <a:xfrm>
            <a:off x="313200" y="1183484"/>
            <a:ext cx="2890648" cy="33607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</a:pPr>
            <a:r>
              <a:rPr lang="fr-FR" dirty="0">
                <a:solidFill>
                  <a:srgbClr val="FF7900"/>
                </a:solidFill>
              </a:rPr>
              <a:t>Lorem </a:t>
            </a:r>
            <a:r>
              <a:rPr lang="fr-FR" dirty="0" err="1">
                <a:solidFill>
                  <a:srgbClr val="FF7900"/>
                </a:solidFill>
              </a:rPr>
              <a:t>ipsum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dolor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sit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amet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consectetur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adipiscing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elit</a:t>
            </a:r>
            <a:r>
              <a:rPr lang="fr-FR" dirty="0">
                <a:solidFill>
                  <a:srgbClr val="FF7900"/>
                </a:solidFill>
              </a:rPr>
              <a:t>.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>
                <a:solidFill>
                  <a:srgbClr val="FF7900"/>
                </a:solidFill>
              </a:rPr>
              <a:t>Sed </a:t>
            </a:r>
            <a:r>
              <a:rPr lang="fr-FR" dirty="0" err="1">
                <a:solidFill>
                  <a:srgbClr val="FF7900"/>
                </a:solidFill>
              </a:rPr>
              <a:t>rhoncus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nisi</a:t>
            </a:r>
            <a:r>
              <a:rPr lang="fr-FR" dirty="0">
                <a:solidFill>
                  <a:srgbClr val="FF7900"/>
                </a:solidFill>
              </a:rPr>
              <a:t> eu </a:t>
            </a:r>
            <a:r>
              <a:rPr lang="fr-FR" dirty="0" err="1">
                <a:solidFill>
                  <a:srgbClr val="FF7900"/>
                </a:solidFill>
              </a:rPr>
              <a:t>facilisis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condimentum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ligula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augue</a:t>
            </a:r>
            <a:r>
              <a:rPr lang="fr-FR" dirty="0">
                <a:solidFill>
                  <a:srgbClr val="FF7900"/>
                </a:solidFill>
              </a:rPr>
              <a:t>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 err="1">
                <a:solidFill>
                  <a:srgbClr val="FF7900"/>
                </a:solidFill>
              </a:rPr>
              <a:t>porttitor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lacus</a:t>
            </a:r>
            <a:r>
              <a:rPr lang="fr-FR" dirty="0">
                <a:solidFill>
                  <a:srgbClr val="FF7900"/>
                </a:solidFill>
              </a:rPr>
              <a:t>.</a:t>
            </a:r>
          </a:p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 :</a:t>
            </a:r>
          </a:p>
          <a:p>
            <a:pPr lvl="2">
              <a:buClr>
                <a:srgbClr val="FF7900"/>
              </a:buClr>
            </a:pPr>
            <a:r>
              <a:rPr lang="fr-FR" dirty="0">
                <a:solidFill>
                  <a:srgbClr val="000000"/>
                </a:solidFill>
              </a:rPr>
              <a:t>Lorem </a:t>
            </a:r>
            <a:r>
              <a:rPr lang="fr-FR" dirty="0" err="1">
                <a:solidFill>
                  <a:srgbClr val="000000"/>
                </a:solidFill>
              </a:rPr>
              <a:t>ipsum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dolor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consectetur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adipiscing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elit</a:t>
            </a:r>
            <a:r>
              <a:rPr lang="fr-FR" dirty="0">
                <a:solidFill>
                  <a:srgbClr val="000000"/>
                </a:solidFill>
              </a:rPr>
              <a:t>.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>
                <a:solidFill>
                  <a:srgbClr val="000000"/>
                </a:solidFill>
              </a:rPr>
              <a:t>Sed </a:t>
            </a:r>
            <a:r>
              <a:rPr lang="fr-FR" dirty="0" err="1">
                <a:solidFill>
                  <a:srgbClr val="000000"/>
                </a:solidFill>
              </a:rPr>
              <a:t>rhoncus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r>
              <a:rPr lang="fr-FR" dirty="0" err="1">
                <a:solidFill>
                  <a:srgbClr val="000000"/>
                </a:solidFill>
              </a:rPr>
              <a:t>facilisis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condimentum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ligula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porttitor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lacus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  <a:p>
            <a:pPr lvl="2">
              <a:buClr>
                <a:srgbClr val="FF7900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iaculis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tortor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a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362947" y="627534"/>
            <a:ext cx="4979493" cy="4064000"/>
            <a:chOff x="4067944" y="627534"/>
            <a:chExt cx="4608512" cy="4064000"/>
          </a:xfrm>
        </p:grpSpPr>
        <p:graphicFrame>
          <p:nvGraphicFramePr>
            <p:cNvPr id="10" name="Chart 9"/>
            <p:cNvGraphicFramePr/>
            <p:nvPr>
              <p:extLst>
                <p:ext uri="{D42A27DB-BD31-4B8C-83A1-F6EECF244321}">
                  <p14:modId xmlns:p14="http://schemas.microsoft.com/office/powerpoint/2010/main" val="3450723264"/>
                </p:ext>
              </p:extLst>
            </p:nvPr>
          </p:nvGraphicFramePr>
          <p:xfrm>
            <a:off x="4067944" y="627534"/>
            <a:ext cx="4608512" cy="406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1" name="TextBox 10"/>
            <p:cNvSpPr txBox="1"/>
            <p:nvPr/>
          </p:nvSpPr>
          <p:spPr>
            <a:xfrm>
              <a:off x="5234737" y="2163067"/>
              <a:ext cx="1731285" cy="677108"/>
            </a:xfrm>
            <a:prstGeom prst="rect">
              <a:avLst/>
            </a:prstGeom>
          </p:spPr>
          <p:txBody>
            <a:bodyPr wrap="square" lIns="91440" tIns="0" rIns="0" bIns="0" rtlCol="0">
              <a:spAutoFit/>
            </a:bodyPr>
            <a:lstStyle/>
            <a:p>
              <a:pPr algn="ctr"/>
              <a:r>
                <a:rPr lang="fr-FR" sz="4400" spc="-100" dirty="0">
                  <a:solidFill>
                    <a:schemeClr val="bg1"/>
                  </a:solidFill>
                </a:rPr>
                <a:t>67%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53144" y="1223279"/>
              <a:ext cx="1199829" cy="430887"/>
            </a:xfrm>
            <a:prstGeom prst="rect">
              <a:avLst/>
            </a:prstGeom>
          </p:spPr>
          <p:txBody>
            <a:bodyPr wrap="square" lIns="91440" tIns="0" rIns="0" bIns="0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</a:rPr>
                <a:t>34%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07678" y="3425907"/>
              <a:ext cx="1462248" cy="492443"/>
            </a:xfrm>
            <a:prstGeom prst="rect">
              <a:avLst/>
            </a:prstGeom>
          </p:spPr>
          <p:txBody>
            <a:bodyPr wrap="square" lIns="91440" tIns="0" rIns="0" bIns="0" rtlCol="0">
              <a:spAutoFit/>
            </a:bodyPr>
            <a:lstStyle/>
            <a:p>
              <a:pPr algn="ctr"/>
              <a:r>
                <a:rPr lang="fr-FR" sz="3200" dirty="0">
                  <a:solidFill>
                    <a:schemeClr val="bg1"/>
                  </a:solidFill>
                </a:rPr>
                <a:t>49%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20559" y="3353606"/>
              <a:ext cx="533146" cy="276999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6%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596336" y="1346389"/>
            <a:ext cx="333874" cy="184666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r>
              <a:rPr lang="fr-FR" sz="1200" dirty="0"/>
              <a:t>Titre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0081" y="2378116"/>
            <a:ext cx="333874" cy="184666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r>
              <a:rPr lang="fr-FR" sz="1200" dirty="0"/>
              <a:t>Titre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5569" y="4005119"/>
            <a:ext cx="333874" cy="184666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fr-FR" sz="1200" dirty="0"/>
              <a:t>Titre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9122" y="2499742"/>
            <a:ext cx="333874" cy="184666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fr-FR" sz="1200" dirty="0"/>
              <a:t>Titre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914990" y="2733348"/>
            <a:ext cx="0" cy="3890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4730874" y="4109358"/>
            <a:ext cx="61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563032" y="2470449"/>
            <a:ext cx="77941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7271933" y="1438722"/>
            <a:ext cx="2661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72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</a:t>
            </a:r>
          </a:p>
        </p:txBody>
      </p: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4255702465"/>
              </p:ext>
            </p:extLst>
          </p:nvPr>
        </p:nvGraphicFramePr>
        <p:xfrm>
          <a:off x="5094415" y="1203325"/>
          <a:ext cx="3735260" cy="2016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3406194599"/>
              </p:ext>
            </p:extLst>
          </p:nvPr>
        </p:nvGraphicFramePr>
        <p:xfrm>
          <a:off x="314325" y="1197602"/>
          <a:ext cx="3725765" cy="2016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88735" y="3474364"/>
            <a:ext cx="3207201" cy="74635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Titre</a:t>
            </a:r>
          </a:p>
          <a:p>
            <a:pPr>
              <a:spcBef>
                <a:spcPts val="600"/>
              </a:spcBef>
            </a:pPr>
            <a:r>
              <a:rPr lang="fr-FR" sz="1050" dirty="0"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296229" y="1290484"/>
            <a:ext cx="551542" cy="1666568"/>
            <a:chOff x="4296229" y="1290484"/>
            <a:chExt cx="551542" cy="1666568"/>
          </a:xfrm>
        </p:grpSpPr>
        <p:cxnSp>
          <p:nvCxnSpPr>
            <p:cNvPr id="20" name="Straight Connector 19"/>
            <p:cNvCxnSpPr/>
            <p:nvPr/>
          </p:nvCxnSpPr>
          <p:spPr>
            <a:xfrm flipV="1">
              <a:off x="4572000" y="1290484"/>
              <a:ext cx="0" cy="16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4296229" y="1847997"/>
              <a:ext cx="551542" cy="55154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sz="1600" dirty="0">
                  <a:solidFill>
                    <a:srgbClr val="000000"/>
                  </a:solidFill>
                </a:rPr>
                <a:t>VS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5508104" y="3474364"/>
            <a:ext cx="3207201" cy="74635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Titre</a:t>
            </a:r>
          </a:p>
          <a:p>
            <a:pPr>
              <a:spcBef>
                <a:spcPts val="600"/>
              </a:spcBef>
            </a:pPr>
            <a:r>
              <a:rPr lang="fr-FR" sz="1050" dirty="0">
                <a:latin typeface="Helvetica 55 Roman" panose="020B0604020202020204" pitchFamily="34" charset="0"/>
              </a:rPr>
              <a:t>Lorem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708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30629409"/>
              </p:ext>
            </p:extLst>
          </p:nvPr>
        </p:nvGraphicFramePr>
        <p:xfrm>
          <a:off x="3779912" y="915566"/>
          <a:ext cx="4404865" cy="3632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circulaire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13200" y="1183698"/>
            <a:ext cx="2890647" cy="3369252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fr-FR" dirty="0">
                <a:solidFill>
                  <a:srgbClr val="FF7900"/>
                </a:solidFill>
              </a:rPr>
              <a:t>Lorem </a:t>
            </a:r>
            <a:r>
              <a:rPr lang="fr-FR" dirty="0" err="1">
                <a:solidFill>
                  <a:srgbClr val="FF7900"/>
                </a:solidFill>
              </a:rPr>
              <a:t>ipsum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dolor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sit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amet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consectetur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adipiscing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elit</a:t>
            </a:r>
            <a:r>
              <a:rPr lang="fr-FR" dirty="0">
                <a:solidFill>
                  <a:srgbClr val="FF7900"/>
                </a:solidFill>
              </a:rPr>
              <a:t>.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>
                <a:solidFill>
                  <a:srgbClr val="FF7900"/>
                </a:solidFill>
              </a:rPr>
              <a:t>Sed </a:t>
            </a:r>
            <a:r>
              <a:rPr lang="fr-FR" dirty="0" err="1">
                <a:solidFill>
                  <a:srgbClr val="FF7900"/>
                </a:solidFill>
              </a:rPr>
              <a:t>rhoncus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nisi</a:t>
            </a:r>
            <a:r>
              <a:rPr lang="fr-FR" dirty="0">
                <a:solidFill>
                  <a:srgbClr val="FF7900"/>
                </a:solidFill>
              </a:rPr>
              <a:t> eu </a:t>
            </a:r>
            <a:r>
              <a:rPr lang="fr-FR" dirty="0" err="1">
                <a:solidFill>
                  <a:srgbClr val="FF7900"/>
                </a:solidFill>
              </a:rPr>
              <a:t>facilisis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condimentum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ligula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augue</a:t>
            </a:r>
            <a:r>
              <a:rPr lang="fr-FR" dirty="0">
                <a:solidFill>
                  <a:srgbClr val="FF7900"/>
                </a:solidFill>
              </a:rPr>
              <a:t>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 err="1">
                <a:solidFill>
                  <a:srgbClr val="FF7900"/>
                </a:solidFill>
              </a:rPr>
              <a:t>porttitor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lacus</a:t>
            </a:r>
            <a:r>
              <a:rPr lang="fr-FR" dirty="0">
                <a:solidFill>
                  <a:srgbClr val="FF7900"/>
                </a:solidFill>
              </a:rPr>
              <a:t>.</a:t>
            </a:r>
          </a:p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 :</a:t>
            </a:r>
          </a:p>
          <a:p>
            <a:pPr lvl="2">
              <a:buClr>
                <a:srgbClr val="FF7900"/>
              </a:buClr>
            </a:pPr>
            <a:r>
              <a:rPr lang="fr-FR" dirty="0">
                <a:solidFill>
                  <a:srgbClr val="000000"/>
                </a:solidFill>
              </a:rPr>
              <a:t>Lorem </a:t>
            </a:r>
            <a:r>
              <a:rPr lang="fr-FR" dirty="0" err="1">
                <a:solidFill>
                  <a:srgbClr val="000000"/>
                </a:solidFill>
              </a:rPr>
              <a:t>ipsum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dolor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consectetur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adipiscing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elit</a:t>
            </a:r>
            <a:r>
              <a:rPr lang="fr-FR" dirty="0">
                <a:solidFill>
                  <a:srgbClr val="000000"/>
                </a:solidFill>
              </a:rPr>
              <a:t>.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>
                <a:solidFill>
                  <a:srgbClr val="000000"/>
                </a:solidFill>
              </a:rPr>
              <a:t>Sed </a:t>
            </a:r>
            <a:r>
              <a:rPr lang="fr-FR" dirty="0" err="1">
                <a:solidFill>
                  <a:srgbClr val="000000"/>
                </a:solidFill>
              </a:rPr>
              <a:t>rhoncus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r>
              <a:rPr lang="fr-FR" dirty="0" err="1">
                <a:solidFill>
                  <a:srgbClr val="000000"/>
                </a:solidFill>
              </a:rPr>
              <a:t>facilisis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condimentum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ligula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porttitor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lacus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  <a:p>
            <a:pPr lvl="2">
              <a:buClr>
                <a:srgbClr val="FF7900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iaculis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tortor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a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270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Lignes et textes</a:t>
            </a:r>
          </a:p>
        </p:txBody>
      </p:sp>
      <p:graphicFrame>
        <p:nvGraphicFramePr>
          <p:cNvPr id="8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26549846"/>
              </p:ext>
            </p:extLst>
          </p:nvPr>
        </p:nvGraphicFramePr>
        <p:xfrm>
          <a:off x="3419872" y="1184275"/>
          <a:ext cx="5409803" cy="3357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3202" y="1183698"/>
            <a:ext cx="2890646" cy="3369252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fr-FR" dirty="0">
                <a:solidFill>
                  <a:srgbClr val="FF7900"/>
                </a:solidFill>
              </a:rPr>
              <a:t>Lorem </a:t>
            </a:r>
            <a:r>
              <a:rPr lang="fr-FR" dirty="0" err="1">
                <a:solidFill>
                  <a:srgbClr val="FF7900"/>
                </a:solidFill>
              </a:rPr>
              <a:t>ipsum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dolor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sit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amet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consectetur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adipiscing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elit</a:t>
            </a:r>
            <a:r>
              <a:rPr lang="fr-FR" dirty="0">
                <a:solidFill>
                  <a:srgbClr val="FF7900"/>
                </a:solidFill>
              </a:rPr>
              <a:t>.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>
                <a:solidFill>
                  <a:srgbClr val="FF7900"/>
                </a:solidFill>
              </a:rPr>
              <a:t>Sed </a:t>
            </a:r>
            <a:r>
              <a:rPr lang="fr-FR" dirty="0" err="1">
                <a:solidFill>
                  <a:srgbClr val="FF7900"/>
                </a:solidFill>
              </a:rPr>
              <a:t>rhoncus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nisi</a:t>
            </a:r>
            <a:r>
              <a:rPr lang="fr-FR" dirty="0">
                <a:solidFill>
                  <a:srgbClr val="FF7900"/>
                </a:solidFill>
              </a:rPr>
              <a:t> eu </a:t>
            </a:r>
            <a:r>
              <a:rPr lang="fr-FR" dirty="0" err="1">
                <a:solidFill>
                  <a:srgbClr val="FF7900"/>
                </a:solidFill>
              </a:rPr>
              <a:t>facilisis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condimentum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ligula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augue</a:t>
            </a:r>
            <a:r>
              <a:rPr lang="fr-FR" dirty="0">
                <a:solidFill>
                  <a:srgbClr val="FF7900"/>
                </a:solidFill>
              </a:rPr>
              <a:t>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 err="1">
                <a:solidFill>
                  <a:srgbClr val="FF7900"/>
                </a:solidFill>
              </a:rPr>
              <a:t>porttitor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lacus</a:t>
            </a:r>
            <a:r>
              <a:rPr lang="fr-FR" dirty="0">
                <a:solidFill>
                  <a:srgbClr val="FF7900"/>
                </a:solidFill>
              </a:rPr>
              <a:t>.</a:t>
            </a:r>
          </a:p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 :</a:t>
            </a:r>
          </a:p>
          <a:p>
            <a:pPr lvl="2">
              <a:buClr>
                <a:srgbClr val="FF7900"/>
              </a:buClr>
            </a:pPr>
            <a:r>
              <a:rPr lang="fr-FR" dirty="0">
                <a:solidFill>
                  <a:srgbClr val="000000"/>
                </a:solidFill>
              </a:rPr>
              <a:t>Lorem </a:t>
            </a:r>
            <a:r>
              <a:rPr lang="fr-FR" dirty="0" err="1">
                <a:solidFill>
                  <a:srgbClr val="000000"/>
                </a:solidFill>
              </a:rPr>
              <a:t>ipsum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dolor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consectetur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adipiscing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elit</a:t>
            </a:r>
            <a:r>
              <a:rPr lang="fr-FR" dirty="0">
                <a:solidFill>
                  <a:srgbClr val="000000"/>
                </a:solidFill>
              </a:rPr>
              <a:t>.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>
                <a:solidFill>
                  <a:srgbClr val="000000"/>
                </a:solidFill>
              </a:rPr>
              <a:t>Sed </a:t>
            </a:r>
            <a:r>
              <a:rPr lang="fr-FR" dirty="0" err="1">
                <a:solidFill>
                  <a:srgbClr val="000000"/>
                </a:solidFill>
              </a:rPr>
              <a:t>rhoncus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r>
              <a:rPr lang="fr-FR" dirty="0" err="1">
                <a:solidFill>
                  <a:srgbClr val="000000"/>
                </a:solidFill>
              </a:rPr>
              <a:t>facilisis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condimentum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ligula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porttitor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lacus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  <a:p>
            <a:pPr lvl="2">
              <a:buClr>
                <a:srgbClr val="FF7900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iaculis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tortor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a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270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Tableau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822792"/>
              </p:ext>
            </p:extLst>
          </p:nvPr>
        </p:nvGraphicFramePr>
        <p:xfrm>
          <a:off x="314323" y="1059582"/>
          <a:ext cx="8515357" cy="3507234"/>
        </p:xfrm>
        <a:graphic>
          <a:graphicData uri="http://schemas.openxmlformats.org/drawingml/2006/table">
            <a:tbl>
              <a:tblPr/>
              <a:tblGrid>
                <a:gridCol w="70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8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8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8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8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85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85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63717">
                <a:tc gridSpan="12">
                  <a:txBody>
                    <a:bodyPr/>
                    <a:lstStyle/>
                    <a:p>
                      <a:pPr marL="0" marR="0" indent="0" algn="l" defTabSz="5143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dirty="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dirty="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/>
                        <a:t>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/>
                        <a:t>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/>
                        <a:t>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40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illustration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7CD61ED-2278-4AE4-8BB4-60F3F122861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0"/>
            <a:ext cx="9144000" cy="5143500"/>
            <a:chOff x="0" y="0"/>
            <a:chExt cx="5760" cy="3240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573372CD-AD01-436F-926B-799AB7899C9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0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7AFA87B6-04B9-40FF-A93A-988781E9B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" y="-301"/>
              <a:ext cx="5762" cy="384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B83CD70-C770-4C3B-B598-913DEACA0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119" y="1835"/>
              <a:ext cx="7861" cy="2759"/>
            </a:xfrm>
            <a:custGeom>
              <a:avLst/>
              <a:gdLst>
                <a:gd name="T0" fmla="*/ 173 w 4594"/>
                <a:gd name="T1" fmla="*/ 0 h 1612"/>
                <a:gd name="T2" fmla="*/ 361 w 4594"/>
                <a:gd name="T3" fmla="*/ 107 h 1612"/>
                <a:gd name="T4" fmla="*/ 577 w 4594"/>
                <a:gd name="T5" fmla="*/ 94 h 1612"/>
                <a:gd name="T6" fmla="*/ 840 w 4594"/>
                <a:gd name="T7" fmla="*/ 309 h 1612"/>
                <a:gd name="T8" fmla="*/ 978 w 4594"/>
                <a:gd name="T9" fmla="*/ 315 h 1612"/>
                <a:gd name="T10" fmla="*/ 1143 w 4594"/>
                <a:gd name="T11" fmla="*/ 398 h 1612"/>
                <a:gd name="T12" fmla="*/ 1491 w 4594"/>
                <a:gd name="T13" fmla="*/ 304 h 1612"/>
                <a:gd name="T14" fmla="*/ 1647 w 4594"/>
                <a:gd name="T15" fmla="*/ 381 h 1612"/>
                <a:gd name="T16" fmla="*/ 1950 w 4594"/>
                <a:gd name="T17" fmla="*/ 322 h 1612"/>
                <a:gd name="T18" fmla="*/ 2087 w 4594"/>
                <a:gd name="T19" fmla="*/ 384 h 1612"/>
                <a:gd name="T20" fmla="*/ 2462 w 4594"/>
                <a:gd name="T21" fmla="*/ 261 h 1612"/>
                <a:gd name="T22" fmla="*/ 2723 w 4594"/>
                <a:gd name="T23" fmla="*/ 473 h 1612"/>
                <a:gd name="T24" fmla="*/ 2974 w 4594"/>
                <a:gd name="T25" fmla="*/ 445 h 1612"/>
                <a:gd name="T26" fmla="*/ 3240 w 4594"/>
                <a:gd name="T27" fmla="*/ 666 h 1612"/>
                <a:gd name="T28" fmla="*/ 3474 w 4594"/>
                <a:gd name="T29" fmla="*/ 646 h 1612"/>
                <a:gd name="T30" fmla="*/ 3735 w 4594"/>
                <a:gd name="T31" fmla="*/ 858 h 1612"/>
                <a:gd name="T32" fmla="*/ 3984 w 4594"/>
                <a:gd name="T33" fmla="*/ 831 h 1612"/>
                <a:gd name="T34" fmla="*/ 4117 w 4594"/>
                <a:gd name="T35" fmla="*/ 890 h 1612"/>
                <a:gd name="T36" fmla="*/ 4480 w 4594"/>
                <a:gd name="T37" fmla="*/ 780 h 1612"/>
                <a:gd name="T38" fmla="*/ 4594 w 4594"/>
                <a:gd name="T39" fmla="*/ 827 h 1612"/>
                <a:gd name="T40" fmla="*/ 4430 w 4594"/>
                <a:gd name="T41" fmla="*/ 1537 h 1612"/>
                <a:gd name="T42" fmla="*/ 4308 w 4594"/>
                <a:gd name="T43" fmla="*/ 1530 h 1612"/>
                <a:gd name="T44" fmla="*/ 4175 w 4594"/>
                <a:gd name="T45" fmla="*/ 1471 h 1612"/>
                <a:gd name="T46" fmla="*/ 3812 w 4594"/>
                <a:gd name="T47" fmla="*/ 1580 h 1612"/>
                <a:gd name="T48" fmla="*/ 3550 w 4594"/>
                <a:gd name="T49" fmla="*/ 1368 h 1612"/>
                <a:gd name="T50" fmla="*/ 3301 w 4594"/>
                <a:gd name="T51" fmla="*/ 1395 h 1612"/>
                <a:gd name="T52" fmla="*/ 3036 w 4594"/>
                <a:gd name="T53" fmla="*/ 1174 h 1612"/>
                <a:gd name="T54" fmla="*/ 2802 w 4594"/>
                <a:gd name="T55" fmla="*/ 1194 h 1612"/>
                <a:gd name="T56" fmla="*/ 2541 w 4594"/>
                <a:gd name="T57" fmla="*/ 983 h 1612"/>
                <a:gd name="T58" fmla="*/ 2290 w 4594"/>
                <a:gd name="T59" fmla="*/ 1011 h 1612"/>
                <a:gd name="T60" fmla="*/ 2153 w 4594"/>
                <a:gd name="T61" fmla="*/ 949 h 1612"/>
                <a:gd name="T62" fmla="*/ 1778 w 4594"/>
                <a:gd name="T63" fmla="*/ 1072 h 1612"/>
                <a:gd name="T64" fmla="*/ 1622 w 4594"/>
                <a:gd name="T65" fmla="*/ 995 h 1612"/>
                <a:gd name="T66" fmla="*/ 1319 w 4594"/>
                <a:gd name="T67" fmla="*/ 1053 h 1612"/>
                <a:gd name="T68" fmla="*/ 1154 w 4594"/>
                <a:gd name="T69" fmla="*/ 970 h 1612"/>
                <a:gd name="T70" fmla="*/ 806 w 4594"/>
                <a:gd name="T71" fmla="*/ 1064 h 1612"/>
                <a:gd name="T72" fmla="*/ 543 w 4594"/>
                <a:gd name="T73" fmla="*/ 849 h 1612"/>
                <a:gd name="T74" fmla="*/ 405 w 4594"/>
                <a:gd name="T75" fmla="*/ 843 h 1612"/>
                <a:gd name="T76" fmla="*/ 215 w 4594"/>
                <a:gd name="T77" fmla="*/ 735 h 1612"/>
                <a:gd name="T78" fmla="*/ 0 w 4594"/>
                <a:gd name="T79" fmla="*/ 749 h 1612"/>
                <a:gd name="T80" fmla="*/ 173 w 4594"/>
                <a:gd name="T81" fmla="*/ 0 h 1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94" h="1612">
                  <a:moveTo>
                    <a:pt x="173" y="0"/>
                  </a:moveTo>
                  <a:cubicBezTo>
                    <a:pt x="247" y="17"/>
                    <a:pt x="312" y="56"/>
                    <a:pt x="361" y="107"/>
                  </a:cubicBezTo>
                  <a:cubicBezTo>
                    <a:pt x="428" y="83"/>
                    <a:pt x="503" y="77"/>
                    <a:pt x="577" y="94"/>
                  </a:cubicBezTo>
                  <a:cubicBezTo>
                    <a:pt x="698" y="122"/>
                    <a:pt x="792" y="204"/>
                    <a:pt x="840" y="309"/>
                  </a:cubicBezTo>
                  <a:cubicBezTo>
                    <a:pt x="885" y="303"/>
                    <a:pt x="931" y="304"/>
                    <a:pt x="978" y="315"/>
                  </a:cubicBezTo>
                  <a:cubicBezTo>
                    <a:pt x="1041" y="329"/>
                    <a:pt x="1097" y="359"/>
                    <a:pt x="1143" y="398"/>
                  </a:cubicBezTo>
                  <a:cubicBezTo>
                    <a:pt x="1233" y="314"/>
                    <a:pt x="1362" y="274"/>
                    <a:pt x="1491" y="304"/>
                  </a:cubicBezTo>
                  <a:cubicBezTo>
                    <a:pt x="1550" y="317"/>
                    <a:pt x="1603" y="344"/>
                    <a:pt x="1647" y="381"/>
                  </a:cubicBezTo>
                  <a:cubicBezTo>
                    <a:pt x="1733" y="322"/>
                    <a:pt x="1841" y="297"/>
                    <a:pt x="1950" y="322"/>
                  </a:cubicBezTo>
                  <a:cubicBezTo>
                    <a:pt x="2001" y="334"/>
                    <a:pt x="2047" y="355"/>
                    <a:pt x="2087" y="384"/>
                  </a:cubicBezTo>
                  <a:cubicBezTo>
                    <a:pt x="2177" y="280"/>
                    <a:pt x="2320" y="229"/>
                    <a:pt x="2462" y="261"/>
                  </a:cubicBezTo>
                  <a:cubicBezTo>
                    <a:pt x="2582" y="289"/>
                    <a:pt x="2675" y="370"/>
                    <a:pt x="2723" y="473"/>
                  </a:cubicBezTo>
                  <a:cubicBezTo>
                    <a:pt x="2799" y="437"/>
                    <a:pt x="2887" y="425"/>
                    <a:pt x="2974" y="445"/>
                  </a:cubicBezTo>
                  <a:cubicBezTo>
                    <a:pt x="3097" y="474"/>
                    <a:pt x="3193" y="558"/>
                    <a:pt x="3240" y="666"/>
                  </a:cubicBezTo>
                  <a:cubicBezTo>
                    <a:pt x="3311" y="636"/>
                    <a:pt x="3392" y="627"/>
                    <a:pt x="3474" y="646"/>
                  </a:cubicBezTo>
                  <a:cubicBezTo>
                    <a:pt x="3593" y="673"/>
                    <a:pt x="3687" y="754"/>
                    <a:pt x="3735" y="858"/>
                  </a:cubicBezTo>
                  <a:cubicBezTo>
                    <a:pt x="3810" y="823"/>
                    <a:pt x="3897" y="811"/>
                    <a:pt x="3984" y="831"/>
                  </a:cubicBezTo>
                  <a:cubicBezTo>
                    <a:pt x="4033" y="842"/>
                    <a:pt x="4078" y="863"/>
                    <a:pt x="4117" y="890"/>
                  </a:cubicBezTo>
                  <a:cubicBezTo>
                    <a:pt x="4207" y="795"/>
                    <a:pt x="4343" y="749"/>
                    <a:pt x="4480" y="780"/>
                  </a:cubicBezTo>
                  <a:cubicBezTo>
                    <a:pt x="4521" y="790"/>
                    <a:pt x="4559" y="806"/>
                    <a:pt x="4594" y="827"/>
                  </a:cubicBezTo>
                  <a:cubicBezTo>
                    <a:pt x="4430" y="1537"/>
                    <a:pt x="4430" y="1537"/>
                    <a:pt x="4430" y="1537"/>
                  </a:cubicBezTo>
                  <a:cubicBezTo>
                    <a:pt x="4390" y="1541"/>
                    <a:pt x="4349" y="1539"/>
                    <a:pt x="4308" y="1530"/>
                  </a:cubicBezTo>
                  <a:cubicBezTo>
                    <a:pt x="4259" y="1518"/>
                    <a:pt x="4214" y="1498"/>
                    <a:pt x="4175" y="1471"/>
                  </a:cubicBezTo>
                  <a:cubicBezTo>
                    <a:pt x="4085" y="1566"/>
                    <a:pt x="3949" y="1612"/>
                    <a:pt x="3812" y="1580"/>
                  </a:cubicBezTo>
                  <a:cubicBezTo>
                    <a:pt x="3692" y="1553"/>
                    <a:pt x="3599" y="1472"/>
                    <a:pt x="3550" y="1368"/>
                  </a:cubicBezTo>
                  <a:cubicBezTo>
                    <a:pt x="3475" y="1403"/>
                    <a:pt x="3388" y="1415"/>
                    <a:pt x="3301" y="1395"/>
                  </a:cubicBezTo>
                  <a:cubicBezTo>
                    <a:pt x="3178" y="1367"/>
                    <a:pt x="3083" y="1282"/>
                    <a:pt x="3036" y="1174"/>
                  </a:cubicBezTo>
                  <a:cubicBezTo>
                    <a:pt x="2965" y="1204"/>
                    <a:pt x="2884" y="1213"/>
                    <a:pt x="2802" y="1194"/>
                  </a:cubicBezTo>
                  <a:cubicBezTo>
                    <a:pt x="2683" y="1167"/>
                    <a:pt x="2589" y="1086"/>
                    <a:pt x="2541" y="983"/>
                  </a:cubicBezTo>
                  <a:cubicBezTo>
                    <a:pt x="2466" y="1019"/>
                    <a:pt x="2378" y="1031"/>
                    <a:pt x="2290" y="1011"/>
                  </a:cubicBezTo>
                  <a:cubicBezTo>
                    <a:pt x="2239" y="999"/>
                    <a:pt x="2193" y="978"/>
                    <a:pt x="2153" y="949"/>
                  </a:cubicBezTo>
                  <a:cubicBezTo>
                    <a:pt x="2063" y="1053"/>
                    <a:pt x="1921" y="1104"/>
                    <a:pt x="1778" y="1072"/>
                  </a:cubicBezTo>
                  <a:cubicBezTo>
                    <a:pt x="1719" y="1058"/>
                    <a:pt x="1666" y="1031"/>
                    <a:pt x="1622" y="995"/>
                  </a:cubicBezTo>
                  <a:cubicBezTo>
                    <a:pt x="1536" y="1054"/>
                    <a:pt x="1428" y="1078"/>
                    <a:pt x="1319" y="1053"/>
                  </a:cubicBezTo>
                  <a:cubicBezTo>
                    <a:pt x="1256" y="1039"/>
                    <a:pt x="1200" y="1009"/>
                    <a:pt x="1154" y="970"/>
                  </a:cubicBezTo>
                  <a:cubicBezTo>
                    <a:pt x="1064" y="1054"/>
                    <a:pt x="935" y="1094"/>
                    <a:pt x="806" y="1064"/>
                  </a:cubicBezTo>
                  <a:cubicBezTo>
                    <a:pt x="685" y="1036"/>
                    <a:pt x="591" y="954"/>
                    <a:pt x="543" y="849"/>
                  </a:cubicBezTo>
                  <a:cubicBezTo>
                    <a:pt x="499" y="855"/>
                    <a:pt x="452" y="854"/>
                    <a:pt x="405" y="843"/>
                  </a:cubicBezTo>
                  <a:cubicBezTo>
                    <a:pt x="330" y="826"/>
                    <a:pt x="265" y="787"/>
                    <a:pt x="215" y="735"/>
                  </a:cubicBezTo>
                  <a:cubicBezTo>
                    <a:pt x="148" y="759"/>
                    <a:pt x="74" y="765"/>
                    <a:pt x="0" y="749"/>
                  </a:cubicBezTo>
                  <a:lnTo>
                    <a:pt x="173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207AA83-2F0F-4210-864F-11802090B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362" y="1902"/>
              <a:ext cx="8051" cy="4001"/>
            </a:xfrm>
            <a:custGeom>
              <a:avLst/>
              <a:gdLst>
                <a:gd name="T0" fmla="*/ 4378 w 4705"/>
                <a:gd name="T1" fmla="*/ 2338 h 2338"/>
                <a:gd name="T2" fmla="*/ 0 w 4705"/>
                <a:gd name="T3" fmla="*/ 1332 h 2338"/>
                <a:gd name="T4" fmla="*/ 305 w 4705"/>
                <a:gd name="T5" fmla="*/ 0 h 2338"/>
                <a:gd name="T6" fmla="*/ 330 w 4705"/>
                <a:gd name="T7" fmla="*/ 5 h 2338"/>
                <a:gd name="T8" fmla="*/ 621 w 4705"/>
                <a:gd name="T9" fmla="*/ 307 h 2338"/>
                <a:gd name="T10" fmla="*/ 849 w 4705"/>
                <a:gd name="T11" fmla="*/ 289 h 2338"/>
                <a:gd name="T12" fmla="*/ 1112 w 4705"/>
                <a:gd name="T13" fmla="*/ 505 h 2338"/>
                <a:gd name="T14" fmla="*/ 1355 w 4705"/>
                <a:gd name="T15" fmla="*/ 481 h 2338"/>
                <a:gd name="T16" fmla="*/ 1482 w 4705"/>
                <a:gd name="T17" fmla="*/ 535 h 2338"/>
                <a:gd name="T18" fmla="*/ 1802 w 4705"/>
                <a:gd name="T19" fmla="*/ 465 h 2338"/>
                <a:gd name="T20" fmla="*/ 1980 w 4705"/>
                <a:gd name="T21" fmla="*/ 560 h 2338"/>
                <a:gd name="T22" fmla="*/ 2374 w 4705"/>
                <a:gd name="T23" fmla="*/ 414 h 2338"/>
                <a:gd name="T24" fmla="*/ 2534 w 4705"/>
                <a:gd name="T25" fmla="*/ 493 h 2338"/>
                <a:gd name="T26" fmla="*/ 2878 w 4705"/>
                <a:gd name="T27" fmla="*/ 402 h 2338"/>
                <a:gd name="T28" fmla="*/ 3148 w 4705"/>
                <a:gd name="T29" fmla="*/ 633 h 2338"/>
                <a:gd name="T30" fmla="*/ 3439 w 4705"/>
                <a:gd name="T31" fmla="*/ 583 h 2338"/>
                <a:gd name="T32" fmla="*/ 3731 w 4705"/>
                <a:gd name="T33" fmla="*/ 894 h 2338"/>
                <a:gd name="T34" fmla="*/ 4011 w 4705"/>
                <a:gd name="T35" fmla="*/ 851 h 2338"/>
                <a:gd name="T36" fmla="*/ 4226 w 4705"/>
                <a:gd name="T37" fmla="*/ 987 h 2338"/>
                <a:gd name="T38" fmla="*/ 4591 w 4705"/>
                <a:gd name="T39" fmla="*/ 875 h 2338"/>
                <a:gd name="T40" fmla="*/ 4705 w 4705"/>
                <a:gd name="T41" fmla="*/ 922 h 2338"/>
                <a:gd name="T42" fmla="*/ 4542 w 4705"/>
                <a:gd name="T43" fmla="*/ 1632 h 2338"/>
                <a:gd name="T44" fmla="*/ 4540 w 4705"/>
                <a:gd name="T45" fmla="*/ 1633 h 2338"/>
                <a:gd name="T46" fmla="*/ 4512 w 4705"/>
                <a:gd name="T47" fmla="*/ 1755 h 2338"/>
                <a:gd name="T48" fmla="*/ 4378 w 4705"/>
                <a:gd name="T49" fmla="*/ 2338 h 2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705" h="2338">
                  <a:moveTo>
                    <a:pt x="4378" y="2338"/>
                  </a:moveTo>
                  <a:cubicBezTo>
                    <a:pt x="0" y="1332"/>
                    <a:pt x="0" y="1332"/>
                    <a:pt x="0" y="1332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14" y="2"/>
                    <a:pt x="322" y="3"/>
                    <a:pt x="330" y="5"/>
                  </a:cubicBezTo>
                  <a:cubicBezTo>
                    <a:pt x="483" y="40"/>
                    <a:pt x="593" y="162"/>
                    <a:pt x="621" y="307"/>
                  </a:cubicBezTo>
                  <a:cubicBezTo>
                    <a:pt x="691" y="279"/>
                    <a:pt x="770" y="271"/>
                    <a:pt x="849" y="289"/>
                  </a:cubicBezTo>
                  <a:cubicBezTo>
                    <a:pt x="970" y="317"/>
                    <a:pt x="1064" y="400"/>
                    <a:pt x="1112" y="505"/>
                  </a:cubicBezTo>
                  <a:cubicBezTo>
                    <a:pt x="1186" y="471"/>
                    <a:pt x="1270" y="461"/>
                    <a:pt x="1355" y="481"/>
                  </a:cubicBezTo>
                  <a:cubicBezTo>
                    <a:pt x="1402" y="491"/>
                    <a:pt x="1444" y="510"/>
                    <a:pt x="1482" y="535"/>
                  </a:cubicBezTo>
                  <a:cubicBezTo>
                    <a:pt x="1570" y="467"/>
                    <a:pt x="1686" y="438"/>
                    <a:pt x="1802" y="465"/>
                  </a:cubicBezTo>
                  <a:cubicBezTo>
                    <a:pt x="1871" y="481"/>
                    <a:pt x="1932" y="515"/>
                    <a:pt x="1980" y="560"/>
                  </a:cubicBezTo>
                  <a:cubicBezTo>
                    <a:pt x="2068" y="441"/>
                    <a:pt x="2221" y="378"/>
                    <a:pt x="2374" y="414"/>
                  </a:cubicBezTo>
                  <a:cubicBezTo>
                    <a:pt x="2435" y="427"/>
                    <a:pt x="2489" y="455"/>
                    <a:pt x="2534" y="493"/>
                  </a:cubicBezTo>
                  <a:cubicBezTo>
                    <a:pt x="2624" y="411"/>
                    <a:pt x="2751" y="373"/>
                    <a:pt x="2878" y="402"/>
                  </a:cubicBezTo>
                  <a:cubicBezTo>
                    <a:pt x="3005" y="431"/>
                    <a:pt x="3103" y="521"/>
                    <a:pt x="3148" y="633"/>
                  </a:cubicBezTo>
                  <a:cubicBezTo>
                    <a:pt x="3231" y="580"/>
                    <a:pt x="3335" y="559"/>
                    <a:pt x="3439" y="583"/>
                  </a:cubicBezTo>
                  <a:cubicBezTo>
                    <a:pt x="3595" y="619"/>
                    <a:pt x="3706" y="745"/>
                    <a:pt x="3731" y="894"/>
                  </a:cubicBezTo>
                  <a:cubicBezTo>
                    <a:pt x="3813" y="846"/>
                    <a:pt x="3912" y="828"/>
                    <a:pt x="4011" y="851"/>
                  </a:cubicBezTo>
                  <a:cubicBezTo>
                    <a:pt x="4100" y="871"/>
                    <a:pt x="4174" y="921"/>
                    <a:pt x="4226" y="987"/>
                  </a:cubicBezTo>
                  <a:cubicBezTo>
                    <a:pt x="4316" y="891"/>
                    <a:pt x="4454" y="844"/>
                    <a:pt x="4591" y="875"/>
                  </a:cubicBezTo>
                  <a:cubicBezTo>
                    <a:pt x="4633" y="885"/>
                    <a:pt x="4671" y="901"/>
                    <a:pt x="4705" y="922"/>
                  </a:cubicBezTo>
                  <a:cubicBezTo>
                    <a:pt x="4542" y="1632"/>
                    <a:pt x="4542" y="1632"/>
                    <a:pt x="4542" y="1632"/>
                  </a:cubicBezTo>
                  <a:cubicBezTo>
                    <a:pt x="4541" y="1632"/>
                    <a:pt x="4540" y="1632"/>
                    <a:pt x="4540" y="1633"/>
                  </a:cubicBezTo>
                  <a:cubicBezTo>
                    <a:pt x="4512" y="1755"/>
                    <a:pt x="4512" y="1755"/>
                    <a:pt x="4512" y="1755"/>
                  </a:cubicBezTo>
                  <a:lnTo>
                    <a:pt x="4378" y="2338"/>
                  </a:lnTo>
                  <a:close/>
                </a:path>
              </a:pathLst>
            </a:custGeom>
            <a:solidFill>
              <a:srgbClr val="EF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5EAB3A9-98D2-410C-8610-073F1A41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-1362" y="2389"/>
              <a:ext cx="7990" cy="3514"/>
            </a:xfrm>
            <a:custGeom>
              <a:avLst/>
              <a:gdLst>
                <a:gd name="T0" fmla="*/ 279 w 4669"/>
                <a:gd name="T1" fmla="*/ 7 h 2053"/>
                <a:gd name="T2" fmla="*/ 533 w 4669"/>
                <a:gd name="T3" fmla="*/ 203 h 2053"/>
                <a:gd name="T4" fmla="*/ 847 w 4669"/>
                <a:gd name="T5" fmla="*/ 137 h 2053"/>
                <a:gd name="T6" fmla="*/ 1116 w 4669"/>
                <a:gd name="T7" fmla="*/ 367 h 2053"/>
                <a:gd name="T8" fmla="*/ 1388 w 4669"/>
                <a:gd name="T9" fmla="*/ 328 h 2053"/>
                <a:gd name="T10" fmla="*/ 1616 w 4669"/>
                <a:gd name="T11" fmla="*/ 483 h 2053"/>
                <a:gd name="T12" fmla="*/ 1928 w 4669"/>
                <a:gd name="T13" fmla="*/ 419 h 2053"/>
                <a:gd name="T14" fmla="*/ 2061 w 4669"/>
                <a:gd name="T15" fmla="*/ 478 h 2053"/>
                <a:gd name="T16" fmla="*/ 2342 w 4669"/>
                <a:gd name="T17" fmla="*/ 434 h 2053"/>
                <a:gd name="T18" fmla="*/ 2476 w 4669"/>
                <a:gd name="T19" fmla="*/ 494 h 2053"/>
                <a:gd name="T20" fmla="*/ 2816 w 4669"/>
                <a:gd name="T21" fmla="*/ 407 h 2053"/>
                <a:gd name="T22" fmla="*/ 3038 w 4669"/>
                <a:gd name="T23" fmla="*/ 552 h 2053"/>
                <a:gd name="T24" fmla="*/ 3253 w 4669"/>
                <a:gd name="T25" fmla="*/ 539 h 2053"/>
                <a:gd name="T26" fmla="*/ 3475 w 4669"/>
                <a:gd name="T27" fmla="*/ 686 h 2053"/>
                <a:gd name="T28" fmla="*/ 3664 w 4669"/>
                <a:gd name="T29" fmla="*/ 681 h 2053"/>
                <a:gd name="T30" fmla="*/ 3800 w 4669"/>
                <a:gd name="T31" fmla="*/ 742 h 2053"/>
                <a:gd name="T32" fmla="*/ 4082 w 4669"/>
                <a:gd name="T33" fmla="*/ 698 h 2053"/>
                <a:gd name="T34" fmla="*/ 4272 w 4669"/>
                <a:gd name="T35" fmla="*/ 805 h 2053"/>
                <a:gd name="T36" fmla="*/ 4568 w 4669"/>
                <a:gd name="T37" fmla="*/ 752 h 2053"/>
                <a:gd name="T38" fmla="*/ 4669 w 4669"/>
                <a:gd name="T39" fmla="*/ 791 h 2053"/>
                <a:gd name="T40" fmla="*/ 4550 w 4669"/>
                <a:gd name="T41" fmla="*/ 1313 h 2053"/>
                <a:gd name="T42" fmla="*/ 4504 w 4669"/>
                <a:gd name="T43" fmla="*/ 1510 h 2053"/>
                <a:gd name="T44" fmla="*/ 4379 w 4669"/>
                <a:gd name="T45" fmla="*/ 2053 h 2053"/>
                <a:gd name="T46" fmla="*/ 0 w 4669"/>
                <a:gd name="T47" fmla="*/ 1047 h 2053"/>
                <a:gd name="T48" fmla="*/ 69 w 4669"/>
                <a:gd name="T49" fmla="*/ 745 h 2053"/>
                <a:gd name="T50" fmla="*/ 170 w 4669"/>
                <a:gd name="T51" fmla="*/ 306 h 2053"/>
                <a:gd name="T52" fmla="*/ 240 w 4669"/>
                <a:gd name="T53" fmla="*/ 0 h 2053"/>
                <a:gd name="T54" fmla="*/ 279 w 4669"/>
                <a:gd name="T55" fmla="*/ 7 h 2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69" h="2053">
                  <a:moveTo>
                    <a:pt x="279" y="7"/>
                  </a:moveTo>
                  <a:cubicBezTo>
                    <a:pt x="392" y="33"/>
                    <a:pt x="483" y="107"/>
                    <a:pt x="533" y="203"/>
                  </a:cubicBezTo>
                  <a:cubicBezTo>
                    <a:pt x="620" y="139"/>
                    <a:pt x="733" y="111"/>
                    <a:pt x="847" y="137"/>
                  </a:cubicBezTo>
                  <a:cubicBezTo>
                    <a:pt x="973" y="166"/>
                    <a:pt x="1070" y="255"/>
                    <a:pt x="1116" y="367"/>
                  </a:cubicBezTo>
                  <a:cubicBezTo>
                    <a:pt x="1196" y="322"/>
                    <a:pt x="1292" y="306"/>
                    <a:pt x="1388" y="328"/>
                  </a:cubicBezTo>
                  <a:cubicBezTo>
                    <a:pt x="1484" y="350"/>
                    <a:pt x="1564" y="407"/>
                    <a:pt x="1616" y="483"/>
                  </a:cubicBezTo>
                  <a:cubicBezTo>
                    <a:pt x="1703" y="420"/>
                    <a:pt x="1815" y="393"/>
                    <a:pt x="1928" y="419"/>
                  </a:cubicBezTo>
                  <a:cubicBezTo>
                    <a:pt x="1977" y="430"/>
                    <a:pt x="2022" y="451"/>
                    <a:pt x="2061" y="478"/>
                  </a:cubicBezTo>
                  <a:cubicBezTo>
                    <a:pt x="2143" y="430"/>
                    <a:pt x="2242" y="411"/>
                    <a:pt x="2342" y="434"/>
                  </a:cubicBezTo>
                  <a:cubicBezTo>
                    <a:pt x="2392" y="446"/>
                    <a:pt x="2437" y="466"/>
                    <a:pt x="2476" y="494"/>
                  </a:cubicBezTo>
                  <a:cubicBezTo>
                    <a:pt x="2565" y="414"/>
                    <a:pt x="2691" y="378"/>
                    <a:pt x="2816" y="407"/>
                  </a:cubicBezTo>
                  <a:cubicBezTo>
                    <a:pt x="2909" y="428"/>
                    <a:pt x="2985" y="481"/>
                    <a:pt x="3038" y="552"/>
                  </a:cubicBezTo>
                  <a:cubicBezTo>
                    <a:pt x="3105" y="528"/>
                    <a:pt x="3179" y="522"/>
                    <a:pt x="3253" y="539"/>
                  </a:cubicBezTo>
                  <a:cubicBezTo>
                    <a:pt x="3346" y="561"/>
                    <a:pt x="3423" y="614"/>
                    <a:pt x="3475" y="686"/>
                  </a:cubicBezTo>
                  <a:cubicBezTo>
                    <a:pt x="3535" y="669"/>
                    <a:pt x="3599" y="666"/>
                    <a:pt x="3664" y="681"/>
                  </a:cubicBezTo>
                  <a:cubicBezTo>
                    <a:pt x="3714" y="693"/>
                    <a:pt x="3760" y="714"/>
                    <a:pt x="3800" y="742"/>
                  </a:cubicBezTo>
                  <a:cubicBezTo>
                    <a:pt x="3882" y="693"/>
                    <a:pt x="3982" y="675"/>
                    <a:pt x="4082" y="698"/>
                  </a:cubicBezTo>
                  <a:cubicBezTo>
                    <a:pt x="4158" y="715"/>
                    <a:pt x="4222" y="753"/>
                    <a:pt x="4272" y="805"/>
                  </a:cubicBezTo>
                  <a:cubicBezTo>
                    <a:pt x="4357" y="750"/>
                    <a:pt x="4462" y="727"/>
                    <a:pt x="4568" y="752"/>
                  </a:cubicBezTo>
                  <a:cubicBezTo>
                    <a:pt x="4605" y="760"/>
                    <a:pt x="4639" y="773"/>
                    <a:pt x="4669" y="791"/>
                  </a:cubicBezTo>
                  <a:cubicBezTo>
                    <a:pt x="4550" y="1313"/>
                    <a:pt x="4550" y="1313"/>
                    <a:pt x="4550" y="1313"/>
                  </a:cubicBezTo>
                  <a:cubicBezTo>
                    <a:pt x="4504" y="1510"/>
                    <a:pt x="4504" y="1510"/>
                    <a:pt x="4504" y="1510"/>
                  </a:cubicBezTo>
                  <a:cubicBezTo>
                    <a:pt x="4379" y="2053"/>
                    <a:pt x="4379" y="2053"/>
                    <a:pt x="4379" y="2053"/>
                  </a:cubicBezTo>
                  <a:cubicBezTo>
                    <a:pt x="0" y="1047"/>
                    <a:pt x="0" y="1047"/>
                    <a:pt x="0" y="1047"/>
                  </a:cubicBezTo>
                  <a:cubicBezTo>
                    <a:pt x="69" y="745"/>
                    <a:pt x="69" y="745"/>
                    <a:pt x="69" y="745"/>
                  </a:cubicBezTo>
                  <a:cubicBezTo>
                    <a:pt x="170" y="306"/>
                    <a:pt x="170" y="306"/>
                    <a:pt x="170" y="306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3" y="1"/>
                    <a:pt x="266" y="4"/>
                    <a:pt x="279" y="7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2DF9372E-D7F1-43BA-BD95-0E513E240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770"/>
              <a:ext cx="1160" cy="1431"/>
            </a:xfrm>
            <a:custGeom>
              <a:avLst/>
              <a:gdLst>
                <a:gd name="T0" fmla="*/ 431 w 678"/>
                <a:gd name="T1" fmla="*/ 3 h 836"/>
                <a:gd name="T2" fmla="*/ 466 w 678"/>
                <a:gd name="T3" fmla="*/ 594 h 836"/>
                <a:gd name="T4" fmla="*/ 466 w 678"/>
                <a:gd name="T5" fmla="*/ 594 h 836"/>
                <a:gd name="T6" fmla="*/ 466 w 678"/>
                <a:gd name="T7" fmla="*/ 594 h 836"/>
                <a:gd name="T8" fmla="*/ 456 w 678"/>
                <a:gd name="T9" fmla="*/ 350 h 836"/>
                <a:gd name="T10" fmla="*/ 399 w 678"/>
                <a:gd name="T11" fmla="*/ 641 h 836"/>
                <a:gd name="T12" fmla="*/ 343 w 678"/>
                <a:gd name="T13" fmla="*/ 836 h 836"/>
                <a:gd name="T14" fmla="*/ 284 w 678"/>
                <a:gd name="T15" fmla="*/ 642 h 836"/>
                <a:gd name="T16" fmla="*/ 223 w 678"/>
                <a:gd name="T17" fmla="*/ 352 h 836"/>
                <a:gd name="T18" fmla="*/ 216 w 678"/>
                <a:gd name="T19" fmla="*/ 595 h 836"/>
                <a:gd name="T20" fmla="*/ 216 w 678"/>
                <a:gd name="T21" fmla="*/ 595 h 836"/>
                <a:gd name="T22" fmla="*/ 216 w 678"/>
                <a:gd name="T23" fmla="*/ 595 h 836"/>
                <a:gd name="T24" fmla="*/ 245 w 678"/>
                <a:gd name="T25" fmla="*/ 0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8" h="836">
                  <a:moveTo>
                    <a:pt x="431" y="3"/>
                  </a:moveTo>
                  <a:cubicBezTo>
                    <a:pt x="432" y="152"/>
                    <a:pt x="678" y="297"/>
                    <a:pt x="466" y="594"/>
                  </a:cubicBezTo>
                  <a:cubicBezTo>
                    <a:pt x="466" y="594"/>
                    <a:pt x="466" y="594"/>
                    <a:pt x="466" y="594"/>
                  </a:cubicBezTo>
                  <a:cubicBezTo>
                    <a:pt x="466" y="594"/>
                    <a:pt x="466" y="594"/>
                    <a:pt x="466" y="594"/>
                  </a:cubicBezTo>
                  <a:cubicBezTo>
                    <a:pt x="468" y="589"/>
                    <a:pt x="521" y="486"/>
                    <a:pt x="456" y="350"/>
                  </a:cubicBezTo>
                  <a:cubicBezTo>
                    <a:pt x="456" y="350"/>
                    <a:pt x="470" y="516"/>
                    <a:pt x="399" y="641"/>
                  </a:cubicBezTo>
                  <a:cubicBezTo>
                    <a:pt x="358" y="714"/>
                    <a:pt x="346" y="787"/>
                    <a:pt x="343" y="836"/>
                  </a:cubicBezTo>
                  <a:cubicBezTo>
                    <a:pt x="339" y="787"/>
                    <a:pt x="326" y="714"/>
                    <a:pt x="284" y="642"/>
                  </a:cubicBezTo>
                  <a:cubicBezTo>
                    <a:pt x="211" y="518"/>
                    <a:pt x="223" y="352"/>
                    <a:pt x="223" y="352"/>
                  </a:cubicBezTo>
                  <a:cubicBezTo>
                    <a:pt x="160" y="488"/>
                    <a:pt x="214" y="590"/>
                    <a:pt x="216" y="595"/>
                  </a:cubicBezTo>
                  <a:cubicBezTo>
                    <a:pt x="216" y="595"/>
                    <a:pt x="216" y="595"/>
                    <a:pt x="216" y="595"/>
                  </a:cubicBezTo>
                  <a:cubicBezTo>
                    <a:pt x="216" y="595"/>
                    <a:pt x="216" y="595"/>
                    <a:pt x="216" y="595"/>
                  </a:cubicBezTo>
                  <a:cubicBezTo>
                    <a:pt x="0" y="302"/>
                    <a:pt x="246" y="150"/>
                    <a:pt x="245" y="0"/>
                  </a:cubicBezTo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28209C7D-7C8D-4926-BAD2-1C678C5B6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1766"/>
              <a:ext cx="450" cy="766"/>
            </a:xfrm>
            <a:custGeom>
              <a:avLst/>
              <a:gdLst>
                <a:gd name="T0" fmla="*/ 153 w 263"/>
                <a:gd name="T1" fmla="*/ 0 h 447"/>
                <a:gd name="T2" fmla="*/ 133 w 263"/>
                <a:gd name="T3" fmla="*/ 447 h 447"/>
                <a:gd name="T4" fmla="*/ 107 w 263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3" h="447">
                  <a:moveTo>
                    <a:pt x="153" y="0"/>
                  </a:moveTo>
                  <a:cubicBezTo>
                    <a:pt x="153" y="0"/>
                    <a:pt x="263" y="236"/>
                    <a:pt x="133" y="447"/>
                  </a:cubicBezTo>
                  <a:cubicBezTo>
                    <a:pt x="0" y="238"/>
                    <a:pt x="107" y="0"/>
                    <a:pt x="107" y="0"/>
                  </a:cubicBezTo>
                </a:path>
              </a:pathLst>
            </a:custGeom>
            <a:solidFill>
              <a:srgbClr val="FFD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11B6F40-76FC-4852-A746-F3473998B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835"/>
              <a:ext cx="246" cy="421"/>
            </a:xfrm>
            <a:custGeom>
              <a:avLst/>
              <a:gdLst>
                <a:gd name="T0" fmla="*/ 84 w 144"/>
                <a:gd name="T1" fmla="*/ 0 h 246"/>
                <a:gd name="T2" fmla="*/ 73 w 144"/>
                <a:gd name="T3" fmla="*/ 246 h 246"/>
                <a:gd name="T4" fmla="*/ 59 w 144"/>
                <a:gd name="T5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6">
                  <a:moveTo>
                    <a:pt x="84" y="0"/>
                  </a:moveTo>
                  <a:cubicBezTo>
                    <a:pt x="84" y="0"/>
                    <a:pt x="144" y="130"/>
                    <a:pt x="73" y="246"/>
                  </a:cubicBezTo>
                  <a:cubicBezTo>
                    <a:pt x="0" y="131"/>
                    <a:pt x="59" y="0"/>
                    <a:pt x="5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B16A55C3-E427-4F3A-9234-F3AEF3944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5" y="1746"/>
              <a:ext cx="273" cy="80"/>
            </a:xfrm>
            <a:custGeom>
              <a:avLst/>
              <a:gdLst>
                <a:gd name="T0" fmla="*/ 160 w 160"/>
                <a:gd name="T1" fmla="*/ 24 h 47"/>
                <a:gd name="T2" fmla="*/ 80 w 160"/>
                <a:gd name="T3" fmla="*/ 46 h 47"/>
                <a:gd name="T4" fmla="*/ 0 w 160"/>
                <a:gd name="T5" fmla="*/ 23 h 47"/>
                <a:gd name="T6" fmla="*/ 80 w 160"/>
                <a:gd name="T7" fmla="*/ 0 h 47"/>
                <a:gd name="T8" fmla="*/ 160 w 160"/>
                <a:gd name="T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47">
                  <a:moveTo>
                    <a:pt x="160" y="24"/>
                  </a:moveTo>
                  <a:cubicBezTo>
                    <a:pt x="160" y="37"/>
                    <a:pt x="124" y="47"/>
                    <a:pt x="80" y="46"/>
                  </a:cubicBezTo>
                  <a:cubicBezTo>
                    <a:pt x="36" y="46"/>
                    <a:pt x="0" y="35"/>
                    <a:pt x="0" y="23"/>
                  </a:cubicBezTo>
                  <a:cubicBezTo>
                    <a:pt x="0" y="10"/>
                    <a:pt x="36" y="0"/>
                    <a:pt x="80" y="0"/>
                  </a:cubicBezTo>
                  <a:cubicBezTo>
                    <a:pt x="124" y="0"/>
                    <a:pt x="160" y="11"/>
                    <a:pt x="160" y="24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B399D46-79DE-4B25-B0E5-AA4E363E1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419"/>
              <a:ext cx="173" cy="679"/>
            </a:xfrm>
            <a:custGeom>
              <a:avLst/>
              <a:gdLst>
                <a:gd name="T0" fmla="*/ 54 w 101"/>
                <a:gd name="T1" fmla="*/ 0 h 397"/>
                <a:gd name="T2" fmla="*/ 54 w 101"/>
                <a:gd name="T3" fmla="*/ 0 h 397"/>
                <a:gd name="T4" fmla="*/ 54 w 101"/>
                <a:gd name="T5" fmla="*/ 0 h 397"/>
                <a:gd name="T6" fmla="*/ 53 w 101"/>
                <a:gd name="T7" fmla="*/ 0 h 397"/>
                <a:gd name="T8" fmla="*/ 53 w 101"/>
                <a:gd name="T9" fmla="*/ 0 h 397"/>
                <a:gd name="T10" fmla="*/ 5 w 101"/>
                <a:gd name="T11" fmla="*/ 4 h 397"/>
                <a:gd name="T12" fmla="*/ 1 w 101"/>
                <a:gd name="T13" fmla="*/ 355 h 397"/>
                <a:gd name="T14" fmla="*/ 48 w 101"/>
                <a:gd name="T15" fmla="*/ 397 h 397"/>
                <a:gd name="T16" fmla="*/ 48 w 101"/>
                <a:gd name="T17" fmla="*/ 397 h 397"/>
                <a:gd name="T18" fmla="*/ 48 w 101"/>
                <a:gd name="T19" fmla="*/ 397 h 397"/>
                <a:gd name="T20" fmla="*/ 48 w 101"/>
                <a:gd name="T21" fmla="*/ 397 h 397"/>
                <a:gd name="T22" fmla="*/ 48 w 101"/>
                <a:gd name="T23" fmla="*/ 397 h 397"/>
                <a:gd name="T24" fmla="*/ 97 w 101"/>
                <a:gd name="T25" fmla="*/ 356 h 397"/>
                <a:gd name="T26" fmla="*/ 101 w 101"/>
                <a:gd name="T27" fmla="*/ 5 h 397"/>
                <a:gd name="T28" fmla="*/ 54 w 101"/>
                <a:gd name="T2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1" h="397">
                  <a:moveTo>
                    <a:pt x="54" y="0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" y="355"/>
                    <a:pt x="1" y="355"/>
                    <a:pt x="1" y="355"/>
                  </a:cubicBezTo>
                  <a:cubicBezTo>
                    <a:pt x="1" y="355"/>
                    <a:pt x="0" y="396"/>
                    <a:pt x="48" y="397"/>
                  </a:cubicBezTo>
                  <a:cubicBezTo>
                    <a:pt x="48" y="397"/>
                    <a:pt x="48" y="397"/>
                    <a:pt x="48" y="397"/>
                  </a:cubicBezTo>
                  <a:cubicBezTo>
                    <a:pt x="48" y="397"/>
                    <a:pt x="48" y="397"/>
                    <a:pt x="48" y="397"/>
                  </a:cubicBezTo>
                  <a:cubicBezTo>
                    <a:pt x="48" y="397"/>
                    <a:pt x="48" y="397"/>
                    <a:pt x="48" y="397"/>
                  </a:cubicBezTo>
                  <a:cubicBezTo>
                    <a:pt x="48" y="397"/>
                    <a:pt x="48" y="397"/>
                    <a:pt x="48" y="397"/>
                  </a:cubicBezTo>
                  <a:cubicBezTo>
                    <a:pt x="96" y="397"/>
                    <a:pt x="97" y="356"/>
                    <a:pt x="97" y="356"/>
                  </a:cubicBezTo>
                  <a:cubicBezTo>
                    <a:pt x="101" y="5"/>
                    <a:pt x="101" y="5"/>
                    <a:pt x="101" y="5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C193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69CF50EA-292D-4F0D-A200-ED3CB9587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891"/>
              <a:ext cx="348" cy="57"/>
            </a:xfrm>
            <a:custGeom>
              <a:avLst/>
              <a:gdLst>
                <a:gd name="T0" fmla="*/ 54 w 203"/>
                <a:gd name="T1" fmla="*/ 0 h 33"/>
                <a:gd name="T2" fmla="*/ 54 w 203"/>
                <a:gd name="T3" fmla="*/ 1 h 33"/>
                <a:gd name="T4" fmla="*/ 32 w 203"/>
                <a:gd name="T5" fmla="*/ 9 h 33"/>
                <a:gd name="T6" fmla="*/ 53 w 203"/>
                <a:gd name="T7" fmla="*/ 18 h 33"/>
                <a:gd name="T8" fmla="*/ 101 w 203"/>
                <a:gd name="T9" fmla="*/ 22 h 33"/>
                <a:gd name="T10" fmla="*/ 150 w 203"/>
                <a:gd name="T11" fmla="*/ 19 h 33"/>
                <a:gd name="T12" fmla="*/ 171 w 203"/>
                <a:gd name="T13" fmla="*/ 11 h 33"/>
                <a:gd name="T14" fmla="*/ 149 w 203"/>
                <a:gd name="T15" fmla="*/ 3 h 33"/>
                <a:gd name="T16" fmla="*/ 149 w 203"/>
                <a:gd name="T17" fmla="*/ 2 h 33"/>
                <a:gd name="T18" fmla="*/ 203 w 203"/>
                <a:gd name="T19" fmla="*/ 17 h 33"/>
                <a:gd name="T20" fmla="*/ 150 w 203"/>
                <a:gd name="T21" fmla="*/ 31 h 33"/>
                <a:gd name="T22" fmla="*/ 101 w 203"/>
                <a:gd name="T23" fmla="*/ 32 h 33"/>
                <a:gd name="T24" fmla="*/ 52 w 203"/>
                <a:gd name="T25" fmla="*/ 30 h 33"/>
                <a:gd name="T26" fmla="*/ 0 w 203"/>
                <a:gd name="T27" fmla="*/ 14 h 33"/>
                <a:gd name="T28" fmla="*/ 54 w 203"/>
                <a:gd name="T2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3" h="33">
                  <a:moveTo>
                    <a:pt x="54" y="0"/>
                  </a:moveTo>
                  <a:cubicBezTo>
                    <a:pt x="54" y="1"/>
                    <a:pt x="54" y="1"/>
                    <a:pt x="54" y="1"/>
                  </a:cubicBezTo>
                  <a:cubicBezTo>
                    <a:pt x="40" y="3"/>
                    <a:pt x="32" y="6"/>
                    <a:pt x="32" y="9"/>
                  </a:cubicBezTo>
                  <a:cubicBezTo>
                    <a:pt x="32" y="13"/>
                    <a:pt x="40" y="16"/>
                    <a:pt x="53" y="18"/>
                  </a:cubicBezTo>
                  <a:cubicBezTo>
                    <a:pt x="66" y="20"/>
                    <a:pt x="83" y="22"/>
                    <a:pt x="101" y="22"/>
                  </a:cubicBezTo>
                  <a:cubicBezTo>
                    <a:pt x="120" y="22"/>
                    <a:pt x="137" y="21"/>
                    <a:pt x="150" y="19"/>
                  </a:cubicBezTo>
                  <a:cubicBezTo>
                    <a:pt x="163" y="17"/>
                    <a:pt x="171" y="15"/>
                    <a:pt x="171" y="11"/>
                  </a:cubicBezTo>
                  <a:cubicBezTo>
                    <a:pt x="171" y="8"/>
                    <a:pt x="163" y="5"/>
                    <a:pt x="149" y="3"/>
                  </a:cubicBezTo>
                  <a:cubicBezTo>
                    <a:pt x="149" y="2"/>
                    <a:pt x="149" y="2"/>
                    <a:pt x="149" y="2"/>
                  </a:cubicBezTo>
                  <a:cubicBezTo>
                    <a:pt x="182" y="5"/>
                    <a:pt x="203" y="11"/>
                    <a:pt x="203" y="17"/>
                  </a:cubicBezTo>
                  <a:cubicBezTo>
                    <a:pt x="203" y="23"/>
                    <a:pt x="182" y="29"/>
                    <a:pt x="150" y="31"/>
                  </a:cubicBezTo>
                  <a:cubicBezTo>
                    <a:pt x="136" y="32"/>
                    <a:pt x="119" y="33"/>
                    <a:pt x="101" y="32"/>
                  </a:cubicBezTo>
                  <a:cubicBezTo>
                    <a:pt x="84" y="32"/>
                    <a:pt x="67" y="31"/>
                    <a:pt x="52" y="30"/>
                  </a:cubicBezTo>
                  <a:cubicBezTo>
                    <a:pt x="21" y="26"/>
                    <a:pt x="0" y="21"/>
                    <a:pt x="0" y="14"/>
                  </a:cubicBezTo>
                  <a:cubicBezTo>
                    <a:pt x="0" y="8"/>
                    <a:pt x="21" y="3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3A949D9A-79B0-4034-A105-EC5DF7128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1751"/>
              <a:ext cx="321" cy="51"/>
            </a:xfrm>
            <a:custGeom>
              <a:avLst/>
              <a:gdLst>
                <a:gd name="T0" fmla="*/ 50 w 188"/>
                <a:gd name="T1" fmla="*/ 0 h 30"/>
                <a:gd name="T2" fmla="*/ 50 w 188"/>
                <a:gd name="T3" fmla="*/ 1 h 30"/>
                <a:gd name="T4" fmla="*/ 29 w 188"/>
                <a:gd name="T5" fmla="*/ 9 h 30"/>
                <a:gd name="T6" fmla="*/ 49 w 188"/>
                <a:gd name="T7" fmla="*/ 16 h 30"/>
                <a:gd name="T8" fmla="*/ 94 w 188"/>
                <a:gd name="T9" fmla="*/ 20 h 30"/>
                <a:gd name="T10" fmla="*/ 138 w 188"/>
                <a:gd name="T11" fmla="*/ 18 h 30"/>
                <a:gd name="T12" fmla="*/ 158 w 188"/>
                <a:gd name="T13" fmla="*/ 10 h 30"/>
                <a:gd name="T14" fmla="*/ 138 w 188"/>
                <a:gd name="T15" fmla="*/ 2 h 30"/>
                <a:gd name="T16" fmla="*/ 138 w 188"/>
                <a:gd name="T17" fmla="*/ 1 h 30"/>
                <a:gd name="T18" fmla="*/ 188 w 188"/>
                <a:gd name="T19" fmla="*/ 16 h 30"/>
                <a:gd name="T20" fmla="*/ 139 w 188"/>
                <a:gd name="T21" fmla="*/ 28 h 30"/>
                <a:gd name="T22" fmla="*/ 93 w 188"/>
                <a:gd name="T23" fmla="*/ 30 h 30"/>
                <a:gd name="T24" fmla="*/ 48 w 188"/>
                <a:gd name="T25" fmla="*/ 27 h 30"/>
                <a:gd name="T26" fmla="*/ 0 w 188"/>
                <a:gd name="T27" fmla="*/ 13 h 30"/>
                <a:gd name="T28" fmla="*/ 50 w 188"/>
                <a:gd name="T2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30">
                  <a:moveTo>
                    <a:pt x="50" y="0"/>
                  </a:moveTo>
                  <a:cubicBezTo>
                    <a:pt x="50" y="1"/>
                    <a:pt x="50" y="1"/>
                    <a:pt x="50" y="1"/>
                  </a:cubicBezTo>
                  <a:cubicBezTo>
                    <a:pt x="37" y="3"/>
                    <a:pt x="30" y="5"/>
                    <a:pt x="29" y="9"/>
                  </a:cubicBezTo>
                  <a:cubicBezTo>
                    <a:pt x="29" y="12"/>
                    <a:pt x="37" y="14"/>
                    <a:pt x="49" y="16"/>
                  </a:cubicBezTo>
                  <a:cubicBezTo>
                    <a:pt x="61" y="18"/>
                    <a:pt x="76" y="20"/>
                    <a:pt x="94" y="20"/>
                  </a:cubicBezTo>
                  <a:cubicBezTo>
                    <a:pt x="111" y="20"/>
                    <a:pt x="127" y="19"/>
                    <a:pt x="138" y="18"/>
                  </a:cubicBezTo>
                  <a:cubicBezTo>
                    <a:pt x="150" y="16"/>
                    <a:pt x="158" y="13"/>
                    <a:pt x="158" y="10"/>
                  </a:cubicBezTo>
                  <a:cubicBezTo>
                    <a:pt x="158" y="7"/>
                    <a:pt x="150" y="4"/>
                    <a:pt x="138" y="2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67" y="4"/>
                    <a:pt x="188" y="10"/>
                    <a:pt x="188" y="16"/>
                  </a:cubicBezTo>
                  <a:cubicBezTo>
                    <a:pt x="188" y="21"/>
                    <a:pt x="168" y="26"/>
                    <a:pt x="139" y="28"/>
                  </a:cubicBezTo>
                  <a:cubicBezTo>
                    <a:pt x="125" y="29"/>
                    <a:pt x="110" y="30"/>
                    <a:pt x="93" y="30"/>
                  </a:cubicBezTo>
                  <a:cubicBezTo>
                    <a:pt x="77" y="29"/>
                    <a:pt x="62" y="28"/>
                    <a:pt x="48" y="27"/>
                  </a:cubicBezTo>
                  <a:cubicBezTo>
                    <a:pt x="19" y="24"/>
                    <a:pt x="0" y="19"/>
                    <a:pt x="0" y="13"/>
                  </a:cubicBezTo>
                  <a:cubicBezTo>
                    <a:pt x="0" y="7"/>
                    <a:pt x="20" y="2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A585217C-FD27-4D3A-BAB3-DF987874E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1612"/>
              <a:ext cx="277" cy="43"/>
            </a:xfrm>
            <a:custGeom>
              <a:avLst/>
              <a:gdLst>
                <a:gd name="T0" fmla="*/ 41 w 162"/>
                <a:gd name="T1" fmla="*/ 0 h 25"/>
                <a:gd name="T2" fmla="*/ 41 w 162"/>
                <a:gd name="T3" fmla="*/ 1 h 25"/>
                <a:gd name="T4" fmla="*/ 26 w 162"/>
                <a:gd name="T5" fmla="*/ 7 h 25"/>
                <a:gd name="T6" fmla="*/ 40 w 162"/>
                <a:gd name="T7" fmla="*/ 13 h 25"/>
                <a:gd name="T8" fmla="*/ 81 w 162"/>
                <a:gd name="T9" fmla="*/ 17 h 25"/>
                <a:gd name="T10" fmla="*/ 121 w 162"/>
                <a:gd name="T11" fmla="*/ 14 h 25"/>
                <a:gd name="T12" fmla="*/ 136 w 162"/>
                <a:gd name="T13" fmla="*/ 8 h 25"/>
                <a:gd name="T14" fmla="*/ 121 w 162"/>
                <a:gd name="T15" fmla="*/ 2 h 25"/>
                <a:gd name="T16" fmla="*/ 121 w 162"/>
                <a:gd name="T17" fmla="*/ 1 h 25"/>
                <a:gd name="T18" fmla="*/ 161 w 162"/>
                <a:gd name="T19" fmla="*/ 13 h 25"/>
                <a:gd name="T20" fmla="*/ 122 w 162"/>
                <a:gd name="T21" fmla="*/ 24 h 25"/>
                <a:gd name="T22" fmla="*/ 81 w 162"/>
                <a:gd name="T23" fmla="*/ 25 h 25"/>
                <a:gd name="T24" fmla="*/ 40 w 162"/>
                <a:gd name="T25" fmla="*/ 23 h 25"/>
                <a:gd name="T26" fmla="*/ 0 w 162"/>
                <a:gd name="T27" fmla="*/ 11 h 25"/>
                <a:gd name="T28" fmla="*/ 41 w 162"/>
                <a:gd name="T2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2" h="25">
                  <a:moveTo>
                    <a:pt x="41" y="0"/>
                  </a:moveTo>
                  <a:cubicBezTo>
                    <a:pt x="41" y="1"/>
                    <a:pt x="41" y="1"/>
                    <a:pt x="41" y="1"/>
                  </a:cubicBezTo>
                  <a:cubicBezTo>
                    <a:pt x="31" y="2"/>
                    <a:pt x="26" y="5"/>
                    <a:pt x="26" y="7"/>
                  </a:cubicBezTo>
                  <a:cubicBezTo>
                    <a:pt x="26" y="9"/>
                    <a:pt x="31" y="12"/>
                    <a:pt x="40" y="13"/>
                  </a:cubicBezTo>
                  <a:cubicBezTo>
                    <a:pt x="50" y="15"/>
                    <a:pt x="65" y="17"/>
                    <a:pt x="81" y="17"/>
                  </a:cubicBezTo>
                  <a:cubicBezTo>
                    <a:pt x="97" y="17"/>
                    <a:pt x="111" y="16"/>
                    <a:pt x="121" y="14"/>
                  </a:cubicBezTo>
                  <a:cubicBezTo>
                    <a:pt x="130" y="13"/>
                    <a:pt x="136" y="11"/>
                    <a:pt x="136" y="8"/>
                  </a:cubicBezTo>
                  <a:cubicBezTo>
                    <a:pt x="136" y="6"/>
                    <a:pt x="130" y="4"/>
                    <a:pt x="121" y="2"/>
                  </a:cubicBezTo>
                  <a:cubicBezTo>
                    <a:pt x="121" y="1"/>
                    <a:pt x="121" y="1"/>
                    <a:pt x="121" y="1"/>
                  </a:cubicBezTo>
                  <a:cubicBezTo>
                    <a:pt x="145" y="4"/>
                    <a:pt x="162" y="8"/>
                    <a:pt x="161" y="13"/>
                  </a:cubicBezTo>
                  <a:cubicBezTo>
                    <a:pt x="161" y="18"/>
                    <a:pt x="145" y="22"/>
                    <a:pt x="122" y="24"/>
                  </a:cubicBezTo>
                  <a:cubicBezTo>
                    <a:pt x="110" y="25"/>
                    <a:pt x="96" y="25"/>
                    <a:pt x="81" y="25"/>
                  </a:cubicBezTo>
                  <a:cubicBezTo>
                    <a:pt x="66" y="25"/>
                    <a:pt x="52" y="24"/>
                    <a:pt x="40" y="23"/>
                  </a:cubicBezTo>
                  <a:cubicBezTo>
                    <a:pt x="16" y="20"/>
                    <a:pt x="0" y="16"/>
                    <a:pt x="0" y="11"/>
                  </a:cubicBezTo>
                  <a:cubicBezTo>
                    <a:pt x="0" y="6"/>
                    <a:pt x="17" y="2"/>
                    <a:pt x="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E7BAE1B3-FCBB-4705-8263-FF938B64C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737"/>
              <a:ext cx="165" cy="31"/>
            </a:xfrm>
            <a:custGeom>
              <a:avLst/>
              <a:gdLst>
                <a:gd name="T0" fmla="*/ 165 w 165"/>
                <a:gd name="T1" fmla="*/ 31 h 31"/>
                <a:gd name="T2" fmla="*/ 0 w 165"/>
                <a:gd name="T3" fmla="*/ 28 h 31"/>
                <a:gd name="T4" fmla="*/ 0 w 165"/>
                <a:gd name="T5" fmla="*/ 0 h 31"/>
                <a:gd name="T6" fmla="*/ 165 w 165"/>
                <a:gd name="T7" fmla="*/ 4 h 31"/>
                <a:gd name="T8" fmla="*/ 165 w 165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" h="31">
                  <a:moveTo>
                    <a:pt x="165" y="31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165" y="4"/>
                  </a:lnTo>
                  <a:lnTo>
                    <a:pt x="165" y="31"/>
                  </a:lnTo>
                  <a:close/>
                </a:path>
              </a:pathLst>
            </a:custGeom>
            <a:solidFill>
              <a:srgbClr val="C193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8C579DD5-D4FE-43AE-89A7-2ABC22624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1599"/>
              <a:ext cx="164" cy="29"/>
            </a:xfrm>
            <a:custGeom>
              <a:avLst/>
              <a:gdLst>
                <a:gd name="T0" fmla="*/ 164 w 164"/>
                <a:gd name="T1" fmla="*/ 29 h 29"/>
                <a:gd name="T2" fmla="*/ 0 w 164"/>
                <a:gd name="T3" fmla="*/ 27 h 29"/>
                <a:gd name="T4" fmla="*/ 0 w 164"/>
                <a:gd name="T5" fmla="*/ 0 h 29"/>
                <a:gd name="T6" fmla="*/ 164 w 164"/>
                <a:gd name="T7" fmla="*/ 1 h 29"/>
                <a:gd name="T8" fmla="*/ 164 w 16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29">
                  <a:moveTo>
                    <a:pt x="164" y="29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164" y="1"/>
                  </a:lnTo>
                  <a:lnTo>
                    <a:pt x="164" y="29"/>
                  </a:lnTo>
                  <a:close/>
                </a:path>
              </a:pathLst>
            </a:custGeom>
            <a:solidFill>
              <a:srgbClr val="C193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A6DDC08-EF1C-4F8F-A586-C71A27C60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1850"/>
              <a:ext cx="15" cy="404"/>
            </a:xfrm>
            <a:custGeom>
              <a:avLst/>
              <a:gdLst>
                <a:gd name="T0" fmla="*/ 5 w 9"/>
                <a:gd name="T1" fmla="*/ 236 h 236"/>
                <a:gd name="T2" fmla="*/ 5 w 9"/>
                <a:gd name="T3" fmla="*/ 236 h 236"/>
                <a:gd name="T4" fmla="*/ 0 w 9"/>
                <a:gd name="T5" fmla="*/ 232 h 236"/>
                <a:gd name="T6" fmla="*/ 0 w 9"/>
                <a:gd name="T7" fmla="*/ 4 h 236"/>
                <a:gd name="T8" fmla="*/ 5 w 9"/>
                <a:gd name="T9" fmla="*/ 0 h 236"/>
                <a:gd name="T10" fmla="*/ 5 w 9"/>
                <a:gd name="T11" fmla="*/ 0 h 236"/>
                <a:gd name="T12" fmla="*/ 9 w 9"/>
                <a:gd name="T13" fmla="*/ 4 h 236"/>
                <a:gd name="T14" fmla="*/ 9 w 9"/>
                <a:gd name="T15" fmla="*/ 232 h 236"/>
                <a:gd name="T16" fmla="*/ 5 w 9"/>
                <a:gd name="T1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36">
                  <a:moveTo>
                    <a:pt x="5" y="236"/>
                  </a:moveTo>
                  <a:cubicBezTo>
                    <a:pt x="5" y="236"/>
                    <a:pt x="5" y="236"/>
                    <a:pt x="5" y="236"/>
                  </a:cubicBezTo>
                  <a:cubicBezTo>
                    <a:pt x="2" y="236"/>
                    <a:pt x="0" y="234"/>
                    <a:pt x="0" y="23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232"/>
                    <a:pt x="9" y="232"/>
                    <a:pt x="9" y="232"/>
                  </a:cubicBezTo>
                  <a:cubicBezTo>
                    <a:pt x="9" y="234"/>
                    <a:pt x="7" y="236"/>
                    <a:pt x="5" y="2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8D33BA1E-DC15-48D1-B656-8289D043E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992"/>
              <a:ext cx="14" cy="404"/>
            </a:xfrm>
            <a:custGeom>
              <a:avLst/>
              <a:gdLst>
                <a:gd name="T0" fmla="*/ 4 w 8"/>
                <a:gd name="T1" fmla="*/ 236 h 236"/>
                <a:gd name="T2" fmla="*/ 4 w 8"/>
                <a:gd name="T3" fmla="*/ 236 h 236"/>
                <a:gd name="T4" fmla="*/ 0 w 8"/>
                <a:gd name="T5" fmla="*/ 232 h 236"/>
                <a:gd name="T6" fmla="*/ 0 w 8"/>
                <a:gd name="T7" fmla="*/ 4 h 236"/>
                <a:gd name="T8" fmla="*/ 4 w 8"/>
                <a:gd name="T9" fmla="*/ 0 h 236"/>
                <a:gd name="T10" fmla="*/ 4 w 8"/>
                <a:gd name="T11" fmla="*/ 0 h 236"/>
                <a:gd name="T12" fmla="*/ 8 w 8"/>
                <a:gd name="T13" fmla="*/ 4 h 236"/>
                <a:gd name="T14" fmla="*/ 8 w 8"/>
                <a:gd name="T15" fmla="*/ 232 h 236"/>
                <a:gd name="T16" fmla="*/ 4 w 8"/>
                <a:gd name="T1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36">
                  <a:moveTo>
                    <a:pt x="4" y="236"/>
                  </a:moveTo>
                  <a:cubicBezTo>
                    <a:pt x="4" y="236"/>
                    <a:pt x="4" y="236"/>
                    <a:pt x="4" y="236"/>
                  </a:cubicBezTo>
                  <a:cubicBezTo>
                    <a:pt x="2" y="236"/>
                    <a:pt x="0" y="234"/>
                    <a:pt x="0" y="23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32"/>
                    <a:pt x="8" y="232"/>
                    <a:pt x="8" y="232"/>
                  </a:cubicBezTo>
                  <a:cubicBezTo>
                    <a:pt x="8" y="234"/>
                    <a:pt x="6" y="236"/>
                    <a:pt x="4" y="2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FF805E20-7F31-439C-9612-07AB3636C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1621"/>
              <a:ext cx="16" cy="272"/>
            </a:xfrm>
            <a:custGeom>
              <a:avLst/>
              <a:gdLst>
                <a:gd name="T0" fmla="*/ 5 w 9"/>
                <a:gd name="T1" fmla="*/ 159 h 159"/>
                <a:gd name="T2" fmla="*/ 5 w 9"/>
                <a:gd name="T3" fmla="*/ 159 h 159"/>
                <a:gd name="T4" fmla="*/ 0 w 9"/>
                <a:gd name="T5" fmla="*/ 155 h 159"/>
                <a:gd name="T6" fmla="*/ 0 w 9"/>
                <a:gd name="T7" fmla="*/ 4 h 159"/>
                <a:gd name="T8" fmla="*/ 5 w 9"/>
                <a:gd name="T9" fmla="*/ 0 h 159"/>
                <a:gd name="T10" fmla="*/ 5 w 9"/>
                <a:gd name="T11" fmla="*/ 0 h 159"/>
                <a:gd name="T12" fmla="*/ 9 w 9"/>
                <a:gd name="T13" fmla="*/ 4 h 159"/>
                <a:gd name="T14" fmla="*/ 9 w 9"/>
                <a:gd name="T15" fmla="*/ 155 h 159"/>
                <a:gd name="T16" fmla="*/ 5 w 9"/>
                <a:gd name="T17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59">
                  <a:moveTo>
                    <a:pt x="5" y="159"/>
                  </a:moveTo>
                  <a:cubicBezTo>
                    <a:pt x="5" y="159"/>
                    <a:pt x="5" y="159"/>
                    <a:pt x="5" y="159"/>
                  </a:cubicBezTo>
                  <a:cubicBezTo>
                    <a:pt x="2" y="159"/>
                    <a:pt x="0" y="157"/>
                    <a:pt x="0" y="15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155"/>
                    <a:pt x="9" y="155"/>
                    <a:pt x="9" y="155"/>
                  </a:cubicBezTo>
                  <a:cubicBezTo>
                    <a:pt x="9" y="157"/>
                    <a:pt x="7" y="159"/>
                    <a:pt x="5" y="1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F04B1420-D1A1-43BF-B29C-2A624ACEF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2122"/>
              <a:ext cx="16" cy="175"/>
            </a:xfrm>
            <a:custGeom>
              <a:avLst/>
              <a:gdLst>
                <a:gd name="T0" fmla="*/ 5 w 9"/>
                <a:gd name="T1" fmla="*/ 102 h 102"/>
                <a:gd name="T2" fmla="*/ 5 w 9"/>
                <a:gd name="T3" fmla="*/ 102 h 102"/>
                <a:gd name="T4" fmla="*/ 0 w 9"/>
                <a:gd name="T5" fmla="*/ 98 h 102"/>
                <a:gd name="T6" fmla="*/ 0 w 9"/>
                <a:gd name="T7" fmla="*/ 5 h 102"/>
                <a:gd name="T8" fmla="*/ 5 w 9"/>
                <a:gd name="T9" fmla="*/ 0 h 102"/>
                <a:gd name="T10" fmla="*/ 5 w 9"/>
                <a:gd name="T11" fmla="*/ 0 h 102"/>
                <a:gd name="T12" fmla="*/ 9 w 9"/>
                <a:gd name="T13" fmla="*/ 5 h 102"/>
                <a:gd name="T14" fmla="*/ 9 w 9"/>
                <a:gd name="T15" fmla="*/ 98 h 102"/>
                <a:gd name="T16" fmla="*/ 5 w 9"/>
                <a:gd name="T1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02">
                  <a:moveTo>
                    <a:pt x="5" y="102"/>
                  </a:moveTo>
                  <a:cubicBezTo>
                    <a:pt x="5" y="102"/>
                    <a:pt x="5" y="102"/>
                    <a:pt x="5" y="102"/>
                  </a:cubicBezTo>
                  <a:cubicBezTo>
                    <a:pt x="2" y="102"/>
                    <a:pt x="0" y="100"/>
                    <a:pt x="0" y="9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9" y="100"/>
                    <a:pt x="7" y="102"/>
                    <a:pt x="5" y="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EB83326A-B187-492C-A1BA-86646FE36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" y="1898"/>
              <a:ext cx="14" cy="390"/>
            </a:xfrm>
            <a:custGeom>
              <a:avLst/>
              <a:gdLst>
                <a:gd name="T0" fmla="*/ 4 w 8"/>
                <a:gd name="T1" fmla="*/ 228 h 228"/>
                <a:gd name="T2" fmla="*/ 4 w 8"/>
                <a:gd name="T3" fmla="*/ 228 h 228"/>
                <a:gd name="T4" fmla="*/ 8 w 8"/>
                <a:gd name="T5" fmla="*/ 224 h 228"/>
                <a:gd name="T6" fmla="*/ 8 w 8"/>
                <a:gd name="T7" fmla="*/ 4 h 228"/>
                <a:gd name="T8" fmla="*/ 4 w 8"/>
                <a:gd name="T9" fmla="*/ 0 h 228"/>
                <a:gd name="T10" fmla="*/ 4 w 8"/>
                <a:gd name="T11" fmla="*/ 0 h 228"/>
                <a:gd name="T12" fmla="*/ 0 w 8"/>
                <a:gd name="T13" fmla="*/ 4 h 228"/>
                <a:gd name="T14" fmla="*/ 0 w 8"/>
                <a:gd name="T15" fmla="*/ 224 h 228"/>
                <a:gd name="T16" fmla="*/ 4 w 8"/>
                <a:gd name="T17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28">
                  <a:moveTo>
                    <a:pt x="4" y="228"/>
                  </a:moveTo>
                  <a:cubicBezTo>
                    <a:pt x="4" y="228"/>
                    <a:pt x="4" y="228"/>
                    <a:pt x="4" y="228"/>
                  </a:cubicBezTo>
                  <a:cubicBezTo>
                    <a:pt x="6" y="228"/>
                    <a:pt x="8" y="226"/>
                    <a:pt x="8" y="22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226"/>
                    <a:pt x="2" y="228"/>
                    <a:pt x="4" y="2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13D7EAA5-CBA7-4F32-8670-2142242EF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" y="2037"/>
              <a:ext cx="15" cy="390"/>
            </a:xfrm>
            <a:custGeom>
              <a:avLst/>
              <a:gdLst>
                <a:gd name="T0" fmla="*/ 4 w 9"/>
                <a:gd name="T1" fmla="*/ 228 h 228"/>
                <a:gd name="T2" fmla="*/ 4 w 9"/>
                <a:gd name="T3" fmla="*/ 228 h 228"/>
                <a:gd name="T4" fmla="*/ 9 w 9"/>
                <a:gd name="T5" fmla="*/ 224 h 228"/>
                <a:gd name="T6" fmla="*/ 9 w 9"/>
                <a:gd name="T7" fmla="*/ 4 h 228"/>
                <a:gd name="T8" fmla="*/ 4 w 9"/>
                <a:gd name="T9" fmla="*/ 0 h 228"/>
                <a:gd name="T10" fmla="*/ 4 w 9"/>
                <a:gd name="T11" fmla="*/ 0 h 228"/>
                <a:gd name="T12" fmla="*/ 0 w 9"/>
                <a:gd name="T13" fmla="*/ 4 h 228"/>
                <a:gd name="T14" fmla="*/ 0 w 9"/>
                <a:gd name="T15" fmla="*/ 224 h 228"/>
                <a:gd name="T16" fmla="*/ 4 w 9"/>
                <a:gd name="T17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28">
                  <a:moveTo>
                    <a:pt x="4" y="228"/>
                  </a:moveTo>
                  <a:cubicBezTo>
                    <a:pt x="4" y="228"/>
                    <a:pt x="4" y="228"/>
                    <a:pt x="4" y="228"/>
                  </a:cubicBezTo>
                  <a:cubicBezTo>
                    <a:pt x="7" y="228"/>
                    <a:pt x="9" y="226"/>
                    <a:pt x="9" y="22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226"/>
                    <a:pt x="2" y="228"/>
                    <a:pt x="4" y="2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059C41BC-4813-45E6-AB95-A653CD94E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1677"/>
              <a:ext cx="15" cy="264"/>
            </a:xfrm>
            <a:custGeom>
              <a:avLst/>
              <a:gdLst>
                <a:gd name="T0" fmla="*/ 4 w 9"/>
                <a:gd name="T1" fmla="*/ 154 h 154"/>
                <a:gd name="T2" fmla="*/ 4 w 9"/>
                <a:gd name="T3" fmla="*/ 154 h 154"/>
                <a:gd name="T4" fmla="*/ 9 w 9"/>
                <a:gd name="T5" fmla="*/ 150 h 154"/>
                <a:gd name="T6" fmla="*/ 9 w 9"/>
                <a:gd name="T7" fmla="*/ 4 h 154"/>
                <a:gd name="T8" fmla="*/ 4 w 9"/>
                <a:gd name="T9" fmla="*/ 0 h 154"/>
                <a:gd name="T10" fmla="*/ 4 w 9"/>
                <a:gd name="T11" fmla="*/ 0 h 154"/>
                <a:gd name="T12" fmla="*/ 0 w 9"/>
                <a:gd name="T13" fmla="*/ 4 h 154"/>
                <a:gd name="T14" fmla="*/ 0 w 9"/>
                <a:gd name="T15" fmla="*/ 150 h 154"/>
                <a:gd name="T16" fmla="*/ 4 w 9"/>
                <a:gd name="T17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54">
                  <a:moveTo>
                    <a:pt x="4" y="154"/>
                  </a:moveTo>
                  <a:cubicBezTo>
                    <a:pt x="4" y="154"/>
                    <a:pt x="4" y="154"/>
                    <a:pt x="4" y="154"/>
                  </a:cubicBezTo>
                  <a:cubicBezTo>
                    <a:pt x="7" y="154"/>
                    <a:pt x="9" y="152"/>
                    <a:pt x="9" y="15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2"/>
                    <a:pt x="2" y="154"/>
                    <a:pt x="4" y="1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62B09503-09FE-44BB-9C6D-1FFA6FBF4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162"/>
              <a:ext cx="15" cy="169"/>
            </a:xfrm>
            <a:custGeom>
              <a:avLst/>
              <a:gdLst>
                <a:gd name="T0" fmla="*/ 5 w 9"/>
                <a:gd name="T1" fmla="*/ 99 h 99"/>
                <a:gd name="T2" fmla="*/ 5 w 9"/>
                <a:gd name="T3" fmla="*/ 99 h 99"/>
                <a:gd name="T4" fmla="*/ 9 w 9"/>
                <a:gd name="T5" fmla="*/ 94 h 99"/>
                <a:gd name="T6" fmla="*/ 9 w 9"/>
                <a:gd name="T7" fmla="*/ 4 h 99"/>
                <a:gd name="T8" fmla="*/ 5 w 9"/>
                <a:gd name="T9" fmla="*/ 0 h 99"/>
                <a:gd name="T10" fmla="*/ 5 w 9"/>
                <a:gd name="T11" fmla="*/ 0 h 99"/>
                <a:gd name="T12" fmla="*/ 0 w 9"/>
                <a:gd name="T13" fmla="*/ 4 h 99"/>
                <a:gd name="T14" fmla="*/ 0 w 9"/>
                <a:gd name="T15" fmla="*/ 94 h 99"/>
                <a:gd name="T16" fmla="*/ 5 w 9"/>
                <a:gd name="T1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99">
                  <a:moveTo>
                    <a:pt x="5" y="99"/>
                  </a:moveTo>
                  <a:cubicBezTo>
                    <a:pt x="5" y="99"/>
                    <a:pt x="5" y="99"/>
                    <a:pt x="5" y="99"/>
                  </a:cubicBezTo>
                  <a:cubicBezTo>
                    <a:pt x="7" y="99"/>
                    <a:pt x="9" y="97"/>
                    <a:pt x="9" y="9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2" y="99"/>
                    <a:pt x="5" y="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0EE95CE3-9693-424C-9D90-824AF71A7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593"/>
              <a:ext cx="65" cy="65"/>
            </a:xfrm>
            <a:custGeom>
              <a:avLst/>
              <a:gdLst>
                <a:gd name="T0" fmla="*/ 33 w 38"/>
                <a:gd name="T1" fmla="*/ 27 h 38"/>
                <a:gd name="T2" fmla="*/ 11 w 38"/>
                <a:gd name="T3" fmla="*/ 33 h 38"/>
                <a:gd name="T4" fmla="*/ 4 w 38"/>
                <a:gd name="T5" fmla="*/ 11 h 38"/>
                <a:gd name="T6" fmla="*/ 27 w 38"/>
                <a:gd name="T7" fmla="*/ 4 h 38"/>
                <a:gd name="T8" fmla="*/ 33 w 38"/>
                <a:gd name="T9" fmla="*/ 2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33" y="27"/>
                  </a:moveTo>
                  <a:cubicBezTo>
                    <a:pt x="29" y="35"/>
                    <a:pt x="19" y="38"/>
                    <a:pt x="11" y="33"/>
                  </a:cubicBezTo>
                  <a:cubicBezTo>
                    <a:pt x="3" y="29"/>
                    <a:pt x="0" y="19"/>
                    <a:pt x="4" y="11"/>
                  </a:cubicBezTo>
                  <a:cubicBezTo>
                    <a:pt x="9" y="3"/>
                    <a:pt x="19" y="0"/>
                    <a:pt x="27" y="4"/>
                  </a:cubicBezTo>
                  <a:cubicBezTo>
                    <a:pt x="35" y="9"/>
                    <a:pt x="38" y="19"/>
                    <a:pt x="33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672B11D2-775F-4BD0-A98A-DC3C662D2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203"/>
              <a:ext cx="36" cy="38"/>
            </a:xfrm>
            <a:custGeom>
              <a:avLst/>
              <a:gdLst>
                <a:gd name="T0" fmla="*/ 20 w 21"/>
                <a:gd name="T1" fmla="*/ 9 h 22"/>
                <a:gd name="T2" fmla="*/ 12 w 21"/>
                <a:gd name="T3" fmla="*/ 20 h 22"/>
                <a:gd name="T4" fmla="*/ 1 w 21"/>
                <a:gd name="T5" fmla="*/ 13 h 22"/>
                <a:gd name="T6" fmla="*/ 8 w 21"/>
                <a:gd name="T7" fmla="*/ 1 h 22"/>
                <a:gd name="T8" fmla="*/ 20 w 21"/>
                <a:gd name="T9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2">
                  <a:moveTo>
                    <a:pt x="20" y="9"/>
                  </a:moveTo>
                  <a:cubicBezTo>
                    <a:pt x="21" y="14"/>
                    <a:pt x="17" y="19"/>
                    <a:pt x="12" y="20"/>
                  </a:cubicBezTo>
                  <a:cubicBezTo>
                    <a:pt x="7" y="22"/>
                    <a:pt x="2" y="18"/>
                    <a:pt x="1" y="13"/>
                  </a:cubicBezTo>
                  <a:cubicBezTo>
                    <a:pt x="0" y="8"/>
                    <a:pt x="3" y="3"/>
                    <a:pt x="8" y="1"/>
                  </a:cubicBezTo>
                  <a:cubicBezTo>
                    <a:pt x="13" y="0"/>
                    <a:pt x="19" y="4"/>
                    <a:pt x="2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76908D5E-69E3-4072-AF46-8CD972DAC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2408"/>
              <a:ext cx="37" cy="38"/>
            </a:xfrm>
            <a:custGeom>
              <a:avLst/>
              <a:gdLst>
                <a:gd name="T0" fmla="*/ 20 w 22"/>
                <a:gd name="T1" fmla="*/ 16 h 22"/>
                <a:gd name="T2" fmla="*/ 7 w 22"/>
                <a:gd name="T3" fmla="*/ 20 h 22"/>
                <a:gd name="T4" fmla="*/ 3 w 22"/>
                <a:gd name="T5" fmla="*/ 7 h 22"/>
                <a:gd name="T6" fmla="*/ 16 w 22"/>
                <a:gd name="T7" fmla="*/ 3 h 22"/>
                <a:gd name="T8" fmla="*/ 20 w 22"/>
                <a:gd name="T9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2">
                  <a:moveTo>
                    <a:pt x="20" y="16"/>
                  </a:moveTo>
                  <a:cubicBezTo>
                    <a:pt x="17" y="21"/>
                    <a:pt x="11" y="22"/>
                    <a:pt x="7" y="20"/>
                  </a:cubicBezTo>
                  <a:cubicBezTo>
                    <a:pt x="2" y="17"/>
                    <a:pt x="0" y="11"/>
                    <a:pt x="3" y="7"/>
                  </a:cubicBezTo>
                  <a:cubicBezTo>
                    <a:pt x="5" y="2"/>
                    <a:pt x="11" y="0"/>
                    <a:pt x="16" y="3"/>
                  </a:cubicBezTo>
                  <a:cubicBezTo>
                    <a:pt x="21" y="5"/>
                    <a:pt x="22" y="11"/>
                    <a:pt x="2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8F487A8C-A91D-4D83-8037-97546AE5C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2475"/>
              <a:ext cx="67" cy="67"/>
            </a:xfrm>
            <a:custGeom>
              <a:avLst/>
              <a:gdLst>
                <a:gd name="T0" fmla="*/ 37 w 39"/>
                <a:gd name="T1" fmla="*/ 15 h 39"/>
                <a:gd name="T2" fmla="*/ 23 w 39"/>
                <a:gd name="T3" fmla="*/ 37 h 39"/>
                <a:gd name="T4" fmla="*/ 2 w 39"/>
                <a:gd name="T5" fmla="*/ 23 h 39"/>
                <a:gd name="T6" fmla="*/ 15 w 39"/>
                <a:gd name="T7" fmla="*/ 2 h 39"/>
                <a:gd name="T8" fmla="*/ 37 w 39"/>
                <a:gd name="T9" fmla="*/ 1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9">
                  <a:moveTo>
                    <a:pt x="37" y="15"/>
                  </a:moveTo>
                  <a:cubicBezTo>
                    <a:pt x="39" y="25"/>
                    <a:pt x="33" y="35"/>
                    <a:pt x="23" y="37"/>
                  </a:cubicBezTo>
                  <a:cubicBezTo>
                    <a:pt x="13" y="39"/>
                    <a:pt x="4" y="33"/>
                    <a:pt x="2" y="23"/>
                  </a:cubicBezTo>
                  <a:cubicBezTo>
                    <a:pt x="0" y="13"/>
                    <a:pt x="6" y="4"/>
                    <a:pt x="15" y="2"/>
                  </a:cubicBezTo>
                  <a:cubicBezTo>
                    <a:pt x="25" y="0"/>
                    <a:pt x="35" y="6"/>
                    <a:pt x="37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25AADF12-D667-49FA-B4FE-574AA16F2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2331"/>
              <a:ext cx="22" cy="22"/>
            </a:xfrm>
            <a:custGeom>
              <a:avLst/>
              <a:gdLst>
                <a:gd name="T0" fmla="*/ 11 w 13"/>
                <a:gd name="T1" fmla="*/ 9 h 13"/>
                <a:gd name="T2" fmla="*/ 3 w 13"/>
                <a:gd name="T3" fmla="*/ 11 h 13"/>
                <a:gd name="T4" fmla="*/ 1 w 13"/>
                <a:gd name="T5" fmla="*/ 3 h 13"/>
                <a:gd name="T6" fmla="*/ 9 w 13"/>
                <a:gd name="T7" fmla="*/ 1 h 13"/>
                <a:gd name="T8" fmla="*/ 11 w 13"/>
                <a:gd name="T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1" y="9"/>
                  </a:moveTo>
                  <a:cubicBezTo>
                    <a:pt x="10" y="12"/>
                    <a:pt x="6" y="13"/>
                    <a:pt x="3" y="11"/>
                  </a:cubicBezTo>
                  <a:cubicBezTo>
                    <a:pt x="1" y="10"/>
                    <a:pt x="0" y="6"/>
                    <a:pt x="1" y="3"/>
                  </a:cubicBezTo>
                  <a:cubicBezTo>
                    <a:pt x="3" y="1"/>
                    <a:pt x="6" y="0"/>
                    <a:pt x="9" y="1"/>
                  </a:cubicBezTo>
                  <a:cubicBezTo>
                    <a:pt x="12" y="3"/>
                    <a:pt x="13" y="6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0A209480-488F-4152-BED0-D65F14969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2728"/>
              <a:ext cx="39" cy="40"/>
            </a:xfrm>
            <a:custGeom>
              <a:avLst/>
              <a:gdLst>
                <a:gd name="T0" fmla="*/ 20 w 23"/>
                <a:gd name="T1" fmla="*/ 16 h 23"/>
                <a:gd name="T2" fmla="*/ 6 w 23"/>
                <a:gd name="T3" fmla="*/ 20 h 23"/>
                <a:gd name="T4" fmla="*/ 3 w 23"/>
                <a:gd name="T5" fmla="*/ 7 h 23"/>
                <a:gd name="T6" fmla="*/ 16 w 23"/>
                <a:gd name="T7" fmla="*/ 3 h 23"/>
                <a:gd name="T8" fmla="*/ 20 w 23"/>
                <a:gd name="T9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20" y="16"/>
                  </a:moveTo>
                  <a:cubicBezTo>
                    <a:pt x="18" y="21"/>
                    <a:pt x="11" y="23"/>
                    <a:pt x="6" y="20"/>
                  </a:cubicBezTo>
                  <a:cubicBezTo>
                    <a:pt x="2" y="18"/>
                    <a:pt x="0" y="11"/>
                    <a:pt x="3" y="7"/>
                  </a:cubicBezTo>
                  <a:cubicBezTo>
                    <a:pt x="5" y="2"/>
                    <a:pt x="11" y="0"/>
                    <a:pt x="16" y="3"/>
                  </a:cubicBezTo>
                  <a:cubicBezTo>
                    <a:pt x="21" y="5"/>
                    <a:pt x="23" y="12"/>
                    <a:pt x="2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FA750186-7AE0-4BB5-8503-AE80D218B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7" y="2408"/>
              <a:ext cx="65" cy="65"/>
            </a:xfrm>
            <a:custGeom>
              <a:avLst/>
              <a:gdLst>
                <a:gd name="T0" fmla="*/ 5 w 38"/>
                <a:gd name="T1" fmla="*/ 27 h 38"/>
                <a:gd name="T2" fmla="*/ 27 w 38"/>
                <a:gd name="T3" fmla="*/ 33 h 38"/>
                <a:gd name="T4" fmla="*/ 34 w 38"/>
                <a:gd name="T5" fmla="*/ 11 h 38"/>
                <a:gd name="T6" fmla="*/ 11 w 38"/>
                <a:gd name="T7" fmla="*/ 4 h 38"/>
                <a:gd name="T8" fmla="*/ 5 w 38"/>
                <a:gd name="T9" fmla="*/ 2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5" y="27"/>
                  </a:moveTo>
                  <a:cubicBezTo>
                    <a:pt x="9" y="35"/>
                    <a:pt x="19" y="38"/>
                    <a:pt x="27" y="33"/>
                  </a:cubicBezTo>
                  <a:cubicBezTo>
                    <a:pt x="35" y="29"/>
                    <a:pt x="38" y="19"/>
                    <a:pt x="34" y="11"/>
                  </a:cubicBezTo>
                  <a:cubicBezTo>
                    <a:pt x="29" y="3"/>
                    <a:pt x="19" y="0"/>
                    <a:pt x="11" y="4"/>
                  </a:cubicBezTo>
                  <a:cubicBezTo>
                    <a:pt x="3" y="9"/>
                    <a:pt x="0" y="19"/>
                    <a:pt x="5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CA2F779D-8C3E-454D-9601-40A4A1401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2018"/>
              <a:ext cx="36" cy="36"/>
            </a:xfrm>
            <a:custGeom>
              <a:avLst/>
              <a:gdLst>
                <a:gd name="T0" fmla="*/ 1 w 21"/>
                <a:gd name="T1" fmla="*/ 9 h 21"/>
                <a:gd name="T2" fmla="*/ 9 w 21"/>
                <a:gd name="T3" fmla="*/ 20 h 21"/>
                <a:gd name="T4" fmla="*/ 20 w 21"/>
                <a:gd name="T5" fmla="*/ 13 h 21"/>
                <a:gd name="T6" fmla="*/ 13 w 21"/>
                <a:gd name="T7" fmla="*/ 1 h 21"/>
                <a:gd name="T8" fmla="*/ 1 w 21"/>
                <a:gd name="T9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1" y="9"/>
                  </a:moveTo>
                  <a:cubicBezTo>
                    <a:pt x="0" y="14"/>
                    <a:pt x="3" y="19"/>
                    <a:pt x="9" y="20"/>
                  </a:cubicBezTo>
                  <a:cubicBezTo>
                    <a:pt x="14" y="21"/>
                    <a:pt x="19" y="18"/>
                    <a:pt x="20" y="13"/>
                  </a:cubicBezTo>
                  <a:cubicBezTo>
                    <a:pt x="21" y="8"/>
                    <a:pt x="18" y="2"/>
                    <a:pt x="13" y="1"/>
                  </a:cubicBezTo>
                  <a:cubicBezTo>
                    <a:pt x="7" y="0"/>
                    <a:pt x="2" y="4"/>
                    <a:pt x="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6BDF9452-3678-4C28-A143-B0B4F30F9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223"/>
              <a:ext cx="39" cy="38"/>
            </a:xfrm>
            <a:custGeom>
              <a:avLst/>
              <a:gdLst>
                <a:gd name="T0" fmla="*/ 3 w 23"/>
                <a:gd name="T1" fmla="*/ 16 h 22"/>
                <a:gd name="T2" fmla="*/ 16 w 23"/>
                <a:gd name="T3" fmla="*/ 20 h 22"/>
                <a:gd name="T4" fmla="*/ 20 w 23"/>
                <a:gd name="T5" fmla="*/ 7 h 22"/>
                <a:gd name="T6" fmla="*/ 7 w 23"/>
                <a:gd name="T7" fmla="*/ 3 h 22"/>
                <a:gd name="T8" fmla="*/ 3 w 23"/>
                <a:gd name="T9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2">
                  <a:moveTo>
                    <a:pt x="3" y="16"/>
                  </a:moveTo>
                  <a:cubicBezTo>
                    <a:pt x="6" y="21"/>
                    <a:pt x="12" y="22"/>
                    <a:pt x="16" y="20"/>
                  </a:cubicBezTo>
                  <a:cubicBezTo>
                    <a:pt x="21" y="17"/>
                    <a:pt x="23" y="11"/>
                    <a:pt x="20" y="7"/>
                  </a:cubicBezTo>
                  <a:cubicBezTo>
                    <a:pt x="17" y="2"/>
                    <a:pt x="12" y="0"/>
                    <a:pt x="7" y="3"/>
                  </a:cubicBezTo>
                  <a:cubicBezTo>
                    <a:pt x="2" y="5"/>
                    <a:pt x="0" y="11"/>
                    <a:pt x="3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F6198317-681B-4AA3-9E60-E4AE75397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1" y="2290"/>
              <a:ext cx="67" cy="67"/>
            </a:xfrm>
            <a:custGeom>
              <a:avLst/>
              <a:gdLst>
                <a:gd name="T0" fmla="*/ 2 w 39"/>
                <a:gd name="T1" fmla="*/ 15 h 39"/>
                <a:gd name="T2" fmla="*/ 16 w 39"/>
                <a:gd name="T3" fmla="*/ 37 h 39"/>
                <a:gd name="T4" fmla="*/ 37 w 39"/>
                <a:gd name="T5" fmla="*/ 23 h 39"/>
                <a:gd name="T6" fmla="*/ 23 w 39"/>
                <a:gd name="T7" fmla="*/ 2 h 39"/>
                <a:gd name="T8" fmla="*/ 2 w 39"/>
                <a:gd name="T9" fmla="*/ 1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9">
                  <a:moveTo>
                    <a:pt x="2" y="15"/>
                  </a:moveTo>
                  <a:cubicBezTo>
                    <a:pt x="0" y="25"/>
                    <a:pt x="6" y="35"/>
                    <a:pt x="16" y="37"/>
                  </a:cubicBezTo>
                  <a:cubicBezTo>
                    <a:pt x="25" y="39"/>
                    <a:pt x="35" y="33"/>
                    <a:pt x="37" y="23"/>
                  </a:cubicBezTo>
                  <a:cubicBezTo>
                    <a:pt x="39" y="13"/>
                    <a:pt x="33" y="4"/>
                    <a:pt x="23" y="2"/>
                  </a:cubicBezTo>
                  <a:cubicBezTo>
                    <a:pt x="14" y="0"/>
                    <a:pt x="4" y="6"/>
                    <a:pt x="2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C9806D4A-B7E0-4F78-8125-8563E7131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2146"/>
              <a:ext cx="22" cy="23"/>
            </a:xfrm>
            <a:custGeom>
              <a:avLst/>
              <a:gdLst>
                <a:gd name="T0" fmla="*/ 2 w 13"/>
                <a:gd name="T1" fmla="*/ 9 h 13"/>
                <a:gd name="T2" fmla="*/ 9 w 13"/>
                <a:gd name="T3" fmla="*/ 11 h 13"/>
                <a:gd name="T4" fmla="*/ 12 w 13"/>
                <a:gd name="T5" fmla="*/ 3 h 13"/>
                <a:gd name="T6" fmla="*/ 4 w 13"/>
                <a:gd name="T7" fmla="*/ 1 h 13"/>
                <a:gd name="T8" fmla="*/ 2 w 13"/>
                <a:gd name="T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2" y="9"/>
                  </a:moveTo>
                  <a:cubicBezTo>
                    <a:pt x="3" y="12"/>
                    <a:pt x="7" y="13"/>
                    <a:pt x="9" y="11"/>
                  </a:cubicBezTo>
                  <a:cubicBezTo>
                    <a:pt x="12" y="10"/>
                    <a:pt x="13" y="6"/>
                    <a:pt x="12" y="3"/>
                  </a:cubicBezTo>
                  <a:cubicBezTo>
                    <a:pt x="10" y="1"/>
                    <a:pt x="7" y="0"/>
                    <a:pt x="4" y="1"/>
                  </a:cubicBezTo>
                  <a:cubicBezTo>
                    <a:pt x="1" y="3"/>
                    <a:pt x="0" y="6"/>
                    <a:pt x="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F5EF7259-4C3B-409C-95C0-897173665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543"/>
              <a:ext cx="39" cy="40"/>
            </a:xfrm>
            <a:custGeom>
              <a:avLst/>
              <a:gdLst>
                <a:gd name="T0" fmla="*/ 3 w 23"/>
                <a:gd name="T1" fmla="*/ 16 h 23"/>
                <a:gd name="T2" fmla="*/ 16 w 23"/>
                <a:gd name="T3" fmla="*/ 20 h 23"/>
                <a:gd name="T4" fmla="*/ 20 w 23"/>
                <a:gd name="T5" fmla="*/ 7 h 23"/>
                <a:gd name="T6" fmla="*/ 6 w 23"/>
                <a:gd name="T7" fmla="*/ 3 h 23"/>
                <a:gd name="T8" fmla="*/ 3 w 23"/>
                <a:gd name="T9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3" y="16"/>
                  </a:moveTo>
                  <a:cubicBezTo>
                    <a:pt x="5" y="21"/>
                    <a:pt x="11" y="23"/>
                    <a:pt x="16" y="20"/>
                  </a:cubicBezTo>
                  <a:cubicBezTo>
                    <a:pt x="21" y="18"/>
                    <a:pt x="23" y="11"/>
                    <a:pt x="20" y="7"/>
                  </a:cubicBezTo>
                  <a:cubicBezTo>
                    <a:pt x="18" y="2"/>
                    <a:pt x="11" y="0"/>
                    <a:pt x="6" y="3"/>
                  </a:cubicBezTo>
                  <a:cubicBezTo>
                    <a:pt x="2" y="5"/>
                    <a:pt x="0" y="12"/>
                    <a:pt x="3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0AA2673E-9ED2-40A6-A3C0-166D8FB03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171"/>
              <a:ext cx="858" cy="1429"/>
            </a:xfrm>
            <a:custGeom>
              <a:avLst/>
              <a:gdLst>
                <a:gd name="T0" fmla="*/ 262 w 501"/>
                <a:gd name="T1" fmla="*/ 0 h 835"/>
                <a:gd name="T2" fmla="*/ 262 w 501"/>
                <a:gd name="T3" fmla="*/ 0 h 835"/>
                <a:gd name="T4" fmla="*/ 261 w 501"/>
                <a:gd name="T5" fmla="*/ 0 h 835"/>
                <a:gd name="T6" fmla="*/ 260 w 501"/>
                <a:gd name="T7" fmla="*/ 0 h 835"/>
                <a:gd name="T8" fmla="*/ 260 w 501"/>
                <a:gd name="T9" fmla="*/ 0 h 835"/>
                <a:gd name="T10" fmla="*/ 14 w 501"/>
                <a:gd name="T11" fmla="*/ 774 h 835"/>
                <a:gd name="T12" fmla="*/ 249 w 501"/>
                <a:gd name="T13" fmla="*/ 830 h 835"/>
                <a:gd name="T14" fmla="*/ 486 w 501"/>
                <a:gd name="T15" fmla="*/ 781 h 835"/>
                <a:gd name="T16" fmla="*/ 262 w 501"/>
                <a:gd name="T17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1" h="835">
                  <a:moveTo>
                    <a:pt x="262" y="0"/>
                  </a:moveTo>
                  <a:cubicBezTo>
                    <a:pt x="262" y="0"/>
                    <a:pt x="262" y="0"/>
                    <a:pt x="262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80" y="2"/>
                    <a:pt x="0" y="716"/>
                    <a:pt x="14" y="774"/>
                  </a:cubicBezTo>
                  <a:cubicBezTo>
                    <a:pt x="27" y="829"/>
                    <a:pt x="219" y="830"/>
                    <a:pt x="249" y="830"/>
                  </a:cubicBezTo>
                  <a:cubicBezTo>
                    <a:pt x="279" y="831"/>
                    <a:pt x="472" y="835"/>
                    <a:pt x="486" y="781"/>
                  </a:cubicBezTo>
                  <a:cubicBezTo>
                    <a:pt x="501" y="723"/>
                    <a:pt x="441" y="7"/>
                    <a:pt x="262" y="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053FAB67-561A-4CC9-85AE-284ABA923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" y="810"/>
              <a:ext cx="830" cy="790"/>
            </a:xfrm>
            <a:custGeom>
              <a:avLst/>
              <a:gdLst>
                <a:gd name="T0" fmla="*/ 46 w 485"/>
                <a:gd name="T1" fmla="*/ 43 h 462"/>
                <a:gd name="T2" fmla="*/ 6 w 485"/>
                <a:gd name="T3" fmla="*/ 401 h 462"/>
                <a:gd name="T4" fmla="*/ 241 w 485"/>
                <a:gd name="T5" fmla="*/ 457 h 462"/>
                <a:gd name="T6" fmla="*/ 478 w 485"/>
                <a:gd name="T7" fmla="*/ 408 h 462"/>
                <a:gd name="T8" fmla="*/ 448 w 485"/>
                <a:gd name="T9" fmla="*/ 49 h 462"/>
                <a:gd name="T10" fmla="*/ 46 w 485"/>
                <a:gd name="T11" fmla="*/ 43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5" h="462">
                  <a:moveTo>
                    <a:pt x="46" y="43"/>
                  </a:moveTo>
                  <a:cubicBezTo>
                    <a:pt x="13" y="212"/>
                    <a:pt x="0" y="375"/>
                    <a:pt x="6" y="401"/>
                  </a:cubicBezTo>
                  <a:cubicBezTo>
                    <a:pt x="19" y="456"/>
                    <a:pt x="211" y="457"/>
                    <a:pt x="241" y="457"/>
                  </a:cubicBezTo>
                  <a:cubicBezTo>
                    <a:pt x="271" y="458"/>
                    <a:pt x="464" y="462"/>
                    <a:pt x="478" y="408"/>
                  </a:cubicBezTo>
                  <a:cubicBezTo>
                    <a:pt x="485" y="381"/>
                    <a:pt x="476" y="219"/>
                    <a:pt x="448" y="49"/>
                  </a:cubicBezTo>
                  <a:cubicBezTo>
                    <a:pt x="266" y="0"/>
                    <a:pt x="115" y="25"/>
                    <a:pt x="46" y="43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1A5251E6-B247-4F6B-9C9E-E4D7565B7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171"/>
              <a:ext cx="485" cy="313"/>
            </a:xfrm>
            <a:custGeom>
              <a:avLst/>
              <a:gdLst>
                <a:gd name="T0" fmla="*/ 283 w 283"/>
                <a:gd name="T1" fmla="*/ 183 h 183"/>
                <a:gd name="T2" fmla="*/ 145 w 283"/>
                <a:gd name="T3" fmla="*/ 0 h 183"/>
                <a:gd name="T4" fmla="*/ 145 w 283"/>
                <a:gd name="T5" fmla="*/ 0 h 183"/>
                <a:gd name="T6" fmla="*/ 144 w 283"/>
                <a:gd name="T7" fmla="*/ 0 h 183"/>
                <a:gd name="T8" fmla="*/ 143 w 283"/>
                <a:gd name="T9" fmla="*/ 0 h 183"/>
                <a:gd name="T10" fmla="*/ 143 w 283"/>
                <a:gd name="T11" fmla="*/ 0 h 183"/>
                <a:gd name="T12" fmla="*/ 0 w 283"/>
                <a:gd name="T13" fmla="*/ 178 h 183"/>
                <a:gd name="T14" fmla="*/ 283 w 283"/>
                <a:gd name="T15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3" h="183">
                  <a:moveTo>
                    <a:pt x="283" y="183"/>
                  </a:moveTo>
                  <a:cubicBezTo>
                    <a:pt x="248" y="79"/>
                    <a:pt x="203" y="2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85" y="0"/>
                    <a:pt x="37" y="75"/>
                    <a:pt x="0" y="178"/>
                  </a:cubicBezTo>
                  <a:cubicBezTo>
                    <a:pt x="68" y="167"/>
                    <a:pt x="168" y="161"/>
                    <a:pt x="283" y="183"/>
                  </a:cubicBezTo>
                  <a:close/>
                </a:path>
              </a:pathLst>
            </a:custGeom>
            <a:solidFill>
              <a:srgbClr val="FFD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A1C86081-3BA8-4081-8045-3746F4B72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447"/>
              <a:ext cx="688" cy="446"/>
            </a:xfrm>
            <a:custGeom>
              <a:avLst/>
              <a:gdLst>
                <a:gd name="T0" fmla="*/ 63 w 402"/>
                <a:gd name="T1" fmla="*/ 17 h 261"/>
                <a:gd name="T2" fmla="*/ 0 w 402"/>
                <a:gd name="T3" fmla="*/ 255 h 261"/>
                <a:gd name="T4" fmla="*/ 402 w 402"/>
                <a:gd name="T5" fmla="*/ 261 h 261"/>
                <a:gd name="T6" fmla="*/ 346 w 402"/>
                <a:gd name="T7" fmla="*/ 22 h 261"/>
                <a:gd name="T8" fmla="*/ 63 w 402"/>
                <a:gd name="T9" fmla="*/ 17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2" h="261">
                  <a:moveTo>
                    <a:pt x="63" y="17"/>
                  </a:moveTo>
                  <a:cubicBezTo>
                    <a:pt x="37" y="88"/>
                    <a:pt x="16" y="172"/>
                    <a:pt x="0" y="255"/>
                  </a:cubicBezTo>
                  <a:cubicBezTo>
                    <a:pt x="69" y="237"/>
                    <a:pt x="220" y="212"/>
                    <a:pt x="402" y="261"/>
                  </a:cubicBezTo>
                  <a:cubicBezTo>
                    <a:pt x="388" y="178"/>
                    <a:pt x="370" y="94"/>
                    <a:pt x="346" y="22"/>
                  </a:cubicBezTo>
                  <a:cubicBezTo>
                    <a:pt x="231" y="0"/>
                    <a:pt x="131" y="6"/>
                    <a:pt x="6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E05DDDAD-606C-4B8B-9A5A-BFBD51A3B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1246"/>
              <a:ext cx="1078" cy="348"/>
            </a:xfrm>
            <a:custGeom>
              <a:avLst/>
              <a:gdLst>
                <a:gd name="T0" fmla="*/ 624 w 630"/>
                <a:gd name="T1" fmla="*/ 26 h 203"/>
                <a:gd name="T2" fmla="*/ 547 w 630"/>
                <a:gd name="T3" fmla="*/ 105 h 203"/>
                <a:gd name="T4" fmla="*/ 465 w 630"/>
                <a:gd name="T5" fmla="*/ 124 h 203"/>
                <a:gd name="T6" fmla="*/ 327 w 630"/>
                <a:gd name="T7" fmla="*/ 131 h 203"/>
                <a:gd name="T8" fmla="*/ 327 w 630"/>
                <a:gd name="T9" fmla="*/ 131 h 203"/>
                <a:gd name="T10" fmla="*/ 314 w 630"/>
                <a:gd name="T11" fmla="*/ 131 h 203"/>
                <a:gd name="T12" fmla="*/ 301 w 630"/>
                <a:gd name="T13" fmla="*/ 131 h 203"/>
                <a:gd name="T14" fmla="*/ 164 w 630"/>
                <a:gd name="T15" fmla="*/ 120 h 203"/>
                <a:gd name="T16" fmla="*/ 82 w 630"/>
                <a:gd name="T17" fmla="*/ 98 h 203"/>
                <a:gd name="T18" fmla="*/ 7 w 630"/>
                <a:gd name="T19" fmla="*/ 18 h 203"/>
                <a:gd name="T20" fmla="*/ 5 w 630"/>
                <a:gd name="T21" fmla="*/ 0 h 203"/>
                <a:gd name="T22" fmla="*/ 6 w 630"/>
                <a:gd name="T23" fmla="*/ 89 h 203"/>
                <a:gd name="T24" fmla="*/ 81 w 630"/>
                <a:gd name="T25" fmla="*/ 169 h 203"/>
                <a:gd name="T26" fmla="*/ 163 w 630"/>
                <a:gd name="T27" fmla="*/ 191 h 203"/>
                <a:gd name="T28" fmla="*/ 300 w 630"/>
                <a:gd name="T29" fmla="*/ 202 h 203"/>
                <a:gd name="T30" fmla="*/ 313 w 630"/>
                <a:gd name="T31" fmla="*/ 202 h 203"/>
                <a:gd name="T32" fmla="*/ 326 w 630"/>
                <a:gd name="T33" fmla="*/ 203 h 203"/>
                <a:gd name="T34" fmla="*/ 326 w 630"/>
                <a:gd name="T35" fmla="*/ 203 h 203"/>
                <a:gd name="T36" fmla="*/ 464 w 630"/>
                <a:gd name="T37" fmla="*/ 196 h 203"/>
                <a:gd name="T38" fmla="*/ 546 w 630"/>
                <a:gd name="T39" fmla="*/ 176 h 203"/>
                <a:gd name="T40" fmla="*/ 623 w 630"/>
                <a:gd name="T41" fmla="*/ 97 h 203"/>
                <a:gd name="T42" fmla="*/ 627 w 630"/>
                <a:gd name="T43" fmla="*/ 9 h 203"/>
                <a:gd name="T44" fmla="*/ 624 w 630"/>
                <a:gd name="T45" fmla="*/ 2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0" h="203">
                  <a:moveTo>
                    <a:pt x="624" y="26"/>
                  </a:moveTo>
                  <a:cubicBezTo>
                    <a:pt x="618" y="50"/>
                    <a:pt x="599" y="84"/>
                    <a:pt x="547" y="105"/>
                  </a:cubicBezTo>
                  <a:cubicBezTo>
                    <a:pt x="525" y="113"/>
                    <a:pt x="498" y="120"/>
                    <a:pt x="465" y="124"/>
                  </a:cubicBezTo>
                  <a:cubicBezTo>
                    <a:pt x="413" y="131"/>
                    <a:pt x="356" y="132"/>
                    <a:pt x="327" y="131"/>
                  </a:cubicBezTo>
                  <a:cubicBezTo>
                    <a:pt x="327" y="131"/>
                    <a:pt x="327" y="131"/>
                    <a:pt x="327" y="131"/>
                  </a:cubicBezTo>
                  <a:cubicBezTo>
                    <a:pt x="322" y="131"/>
                    <a:pt x="317" y="131"/>
                    <a:pt x="314" y="131"/>
                  </a:cubicBezTo>
                  <a:cubicBezTo>
                    <a:pt x="311" y="131"/>
                    <a:pt x="307" y="131"/>
                    <a:pt x="301" y="131"/>
                  </a:cubicBezTo>
                  <a:cubicBezTo>
                    <a:pt x="272" y="131"/>
                    <a:pt x="216" y="129"/>
                    <a:pt x="164" y="120"/>
                  </a:cubicBezTo>
                  <a:cubicBezTo>
                    <a:pt x="131" y="115"/>
                    <a:pt x="104" y="108"/>
                    <a:pt x="82" y="98"/>
                  </a:cubicBezTo>
                  <a:cubicBezTo>
                    <a:pt x="31" y="76"/>
                    <a:pt x="13" y="42"/>
                    <a:pt x="7" y="18"/>
                  </a:cubicBezTo>
                  <a:cubicBezTo>
                    <a:pt x="7" y="15"/>
                    <a:pt x="5" y="10"/>
                    <a:pt x="5" y="0"/>
                  </a:cubicBezTo>
                  <a:cubicBezTo>
                    <a:pt x="0" y="64"/>
                    <a:pt x="5" y="81"/>
                    <a:pt x="6" y="89"/>
                  </a:cubicBezTo>
                  <a:cubicBezTo>
                    <a:pt x="12" y="113"/>
                    <a:pt x="30" y="147"/>
                    <a:pt x="81" y="169"/>
                  </a:cubicBezTo>
                  <a:cubicBezTo>
                    <a:pt x="103" y="179"/>
                    <a:pt x="130" y="186"/>
                    <a:pt x="163" y="191"/>
                  </a:cubicBezTo>
                  <a:cubicBezTo>
                    <a:pt x="215" y="200"/>
                    <a:pt x="271" y="202"/>
                    <a:pt x="300" y="202"/>
                  </a:cubicBezTo>
                  <a:cubicBezTo>
                    <a:pt x="306" y="202"/>
                    <a:pt x="310" y="202"/>
                    <a:pt x="313" y="202"/>
                  </a:cubicBezTo>
                  <a:cubicBezTo>
                    <a:pt x="316" y="202"/>
                    <a:pt x="321" y="203"/>
                    <a:pt x="326" y="203"/>
                  </a:cubicBezTo>
                  <a:cubicBezTo>
                    <a:pt x="326" y="203"/>
                    <a:pt x="326" y="203"/>
                    <a:pt x="326" y="203"/>
                  </a:cubicBezTo>
                  <a:cubicBezTo>
                    <a:pt x="355" y="203"/>
                    <a:pt x="412" y="203"/>
                    <a:pt x="464" y="196"/>
                  </a:cubicBezTo>
                  <a:cubicBezTo>
                    <a:pt x="497" y="191"/>
                    <a:pt x="524" y="185"/>
                    <a:pt x="546" y="176"/>
                  </a:cubicBezTo>
                  <a:cubicBezTo>
                    <a:pt x="598" y="155"/>
                    <a:pt x="617" y="122"/>
                    <a:pt x="623" y="97"/>
                  </a:cubicBezTo>
                  <a:cubicBezTo>
                    <a:pt x="625" y="90"/>
                    <a:pt x="630" y="73"/>
                    <a:pt x="627" y="9"/>
                  </a:cubicBezTo>
                  <a:cubicBezTo>
                    <a:pt x="626" y="18"/>
                    <a:pt x="625" y="23"/>
                    <a:pt x="624" y="26"/>
                  </a:cubicBezTo>
                  <a:close/>
                </a:path>
              </a:pathLst>
            </a:custGeom>
            <a:solidFill>
              <a:srgbClr val="FFD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B446C05B-A398-4234-80F2-983882800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065"/>
              <a:ext cx="259" cy="527"/>
            </a:xfrm>
            <a:custGeom>
              <a:avLst/>
              <a:gdLst>
                <a:gd name="T0" fmla="*/ 21 w 151"/>
                <a:gd name="T1" fmla="*/ 238 h 308"/>
                <a:gd name="T2" fmla="*/ 35 w 151"/>
                <a:gd name="T3" fmla="*/ 246 h 308"/>
                <a:gd name="T4" fmla="*/ 138 w 151"/>
                <a:gd name="T5" fmla="*/ 301 h 308"/>
                <a:gd name="T6" fmla="*/ 143 w 151"/>
                <a:gd name="T7" fmla="*/ 304 h 308"/>
                <a:gd name="T8" fmla="*/ 27 w 151"/>
                <a:gd name="T9" fmla="*/ 17 h 308"/>
                <a:gd name="T10" fmla="*/ 0 w 151"/>
                <a:gd name="T11" fmla="*/ 0 h 308"/>
                <a:gd name="T12" fmla="*/ 0 w 151"/>
                <a:gd name="T13" fmla="*/ 1 h 308"/>
                <a:gd name="T14" fmla="*/ 21 w 151"/>
                <a:gd name="T15" fmla="*/ 2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308">
                  <a:moveTo>
                    <a:pt x="21" y="238"/>
                  </a:moveTo>
                  <a:cubicBezTo>
                    <a:pt x="35" y="246"/>
                    <a:pt x="35" y="246"/>
                    <a:pt x="35" y="246"/>
                  </a:cubicBezTo>
                  <a:cubicBezTo>
                    <a:pt x="138" y="301"/>
                    <a:pt x="138" y="301"/>
                    <a:pt x="138" y="301"/>
                  </a:cubicBezTo>
                  <a:cubicBezTo>
                    <a:pt x="143" y="304"/>
                    <a:pt x="143" y="304"/>
                    <a:pt x="143" y="304"/>
                  </a:cubicBezTo>
                  <a:cubicBezTo>
                    <a:pt x="151" y="308"/>
                    <a:pt x="144" y="106"/>
                    <a:pt x="27" y="17"/>
                  </a:cubicBezTo>
                  <a:cubicBezTo>
                    <a:pt x="18" y="11"/>
                    <a:pt x="9" y="5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21" y="238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4AB35A07-6ADE-4D53-87B2-032E58931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065"/>
              <a:ext cx="259" cy="527"/>
            </a:xfrm>
            <a:custGeom>
              <a:avLst/>
              <a:gdLst>
                <a:gd name="T0" fmla="*/ 21 w 151"/>
                <a:gd name="T1" fmla="*/ 238 h 308"/>
                <a:gd name="T2" fmla="*/ 35 w 151"/>
                <a:gd name="T3" fmla="*/ 246 h 308"/>
                <a:gd name="T4" fmla="*/ 138 w 151"/>
                <a:gd name="T5" fmla="*/ 301 h 308"/>
                <a:gd name="T6" fmla="*/ 143 w 151"/>
                <a:gd name="T7" fmla="*/ 304 h 308"/>
                <a:gd name="T8" fmla="*/ 27 w 151"/>
                <a:gd name="T9" fmla="*/ 17 h 308"/>
                <a:gd name="T10" fmla="*/ 0 w 151"/>
                <a:gd name="T11" fmla="*/ 0 h 308"/>
                <a:gd name="T12" fmla="*/ 0 w 151"/>
                <a:gd name="T13" fmla="*/ 1 h 308"/>
                <a:gd name="T14" fmla="*/ 21 w 151"/>
                <a:gd name="T15" fmla="*/ 2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308">
                  <a:moveTo>
                    <a:pt x="21" y="238"/>
                  </a:moveTo>
                  <a:cubicBezTo>
                    <a:pt x="35" y="246"/>
                    <a:pt x="35" y="246"/>
                    <a:pt x="35" y="246"/>
                  </a:cubicBezTo>
                  <a:cubicBezTo>
                    <a:pt x="138" y="301"/>
                    <a:pt x="138" y="301"/>
                    <a:pt x="138" y="301"/>
                  </a:cubicBezTo>
                  <a:cubicBezTo>
                    <a:pt x="143" y="304"/>
                    <a:pt x="143" y="304"/>
                    <a:pt x="143" y="304"/>
                  </a:cubicBezTo>
                  <a:cubicBezTo>
                    <a:pt x="151" y="308"/>
                    <a:pt x="144" y="106"/>
                    <a:pt x="27" y="17"/>
                  </a:cubicBezTo>
                  <a:cubicBezTo>
                    <a:pt x="18" y="11"/>
                    <a:pt x="9" y="5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21" y="238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1D12C04F-00C5-4837-8474-D71F43374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065"/>
              <a:ext cx="259" cy="527"/>
            </a:xfrm>
            <a:custGeom>
              <a:avLst/>
              <a:gdLst>
                <a:gd name="T0" fmla="*/ 138 w 151"/>
                <a:gd name="T1" fmla="*/ 300 h 308"/>
                <a:gd name="T2" fmla="*/ 138 w 151"/>
                <a:gd name="T3" fmla="*/ 301 h 308"/>
                <a:gd name="T4" fmla="*/ 143 w 151"/>
                <a:gd name="T5" fmla="*/ 304 h 308"/>
                <a:gd name="T6" fmla="*/ 27 w 151"/>
                <a:gd name="T7" fmla="*/ 17 h 308"/>
                <a:gd name="T8" fmla="*/ 0 w 151"/>
                <a:gd name="T9" fmla="*/ 0 h 308"/>
                <a:gd name="T10" fmla="*/ 0 w 151"/>
                <a:gd name="T11" fmla="*/ 1 h 308"/>
                <a:gd name="T12" fmla="*/ 138 w 151"/>
                <a:gd name="T13" fmla="*/ 30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308">
                  <a:moveTo>
                    <a:pt x="138" y="300"/>
                  </a:moveTo>
                  <a:cubicBezTo>
                    <a:pt x="138" y="301"/>
                    <a:pt x="138" y="301"/>
                    <a:pt x="138" y="301"/>
                  </a:cubicBezTo>
                  <a:cubicBezTo>
                    <a:pt x="143" y="304"/>
                    <a:pt x="143" y="304"/>
                    <a:pt x="143" y="304"/>
                  </a:cubicBezTo>
                  <a:cubicBezTo>
                    <a:pt x="151" y="308"/>
                    <a:pt x="144" y="106"/>
                    <a:pt x="27" y="17"/>
                  </a:cubicBezTo>
                  <a:cubicBezTo>
                    <a:pt x="18" y="11"/>
                    <a:pt x="9" y="5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6" y="43"/>
                    <a:pt x="139" y="147"/>
                    <a:pt x="138" y="300"/>
                  </a:cubicBezTo>
                  <a:close/>
                </a:path>
              </a:pathLst>
            </a:custGeom>
            <a:solidFill>
              <a:srgbClr val="FFD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2A66C0AA-ED45-40CC-BEB2-728662B0E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1065"/>
              <a:ext cx="259" cy="527"/>
            </a:xfrm>
            <a:custGeom>
              <a:avLst/>
              <a:gdLst>
                <a:gd name="T0" fmla="*/ 129 w 151"/>
                <a:gd name="T1" fmla="*/ 238 h 308"/>
                <a:gd name="T2" fmla="*/ 116 w 151"/>
                <a:gd name="T3" fmla="*/ 246 h 308"/>
                <a:gd name="T4" fmla="*/ 12 w 151"/>
                <a:gd name="T5" fmla="*/ 301 h 308"/>
                <a:gd name="T6" fmla="*/ 7 w 151"/>
                <a:gd name="T7" fmla="*/ 304 h 308"/>
                <a:gd name="T8" fmla="*/ 124 w 151"/>
                <a:gd name="T9" fmla="*/ 17 h 308"/>
                <a:gd name="T10" fmla="*/ 151 w 151"/>
                <a:gd name="T11" fmla="*/ 0 h 308"/>
                <a:gd name="T12" fmla="*/ 150 w 151"/>
                <a:gd name="T13" fmla="*/ 1 h 308"/>
                <a:gd name="T14" fmla="*/ 129 w 151"/>
                <a:gd name="T15" fmla="*/ 2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308">
                  <a:moveTo>
                    <a:pt x="129" y="238"/>
                  </a:moveTo>
                  <a:cubicBezTo>
                    <a:pt x="116" y="246"/>
                    <a:pt x="116" y="246"/>
                    <a:pt x="116" y="246"/>
                  </a:cubicBezTo>
                  <a:cubicBezTo>
                    <a:pt x="12" y="301"/>
                    <a:pt x="12" y="301"/>
                    <a:pt x="12" y="301"/>
                  </a:cubicBezTo>
                  <a:cubicBezTo>
                    <a:pt x="7" y="304"/>
                    <a:pt x="7" y="304"/>
                    <a:pt x="7" y="304"/>
                  </a:cubicBezTo>
                  <a:cubicBezTo>
                    <a:pt x="0" y="308"/>
                    <a:pt x="6" y="106"/>
                    <a:pt x="124" y="17"/>
                  </a:cubicBezTo>
                  <a:cubicBezTo>
                    <a:pt x="132" y="11"/>
                    <a:pt x="141" y="5"/>
                    <a:pt x="151" y="0"/>
                  </a:cubicBezTo>
                  <a:cubicBezTo>
                    <a:pt x="150" y="1"/>
                    <a:pt x="150" y="1"/>
                    <a:pt x="150" y="1"/>
                  </a:cubicBezTo>
                  <a:lnTo>
                    <a:pt x="129" y="238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FE7E79F0-3302-4C28-8EA0-14E88425A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1065"/>
              <a:ext cx="259" cy="527"/>
            </a:xfrm>
            <a:custGeom>
              <a:avLst/>
              <a:gdLst>
                <a:gd name="T0" fmla="*/ 129 w 151"/>
                <a:gd name="T1" fmla="*/ 238 h 308"/>
                <a:gd name="T2" fmla="*/ 116 w 151"/>
                <a:gd name="T3" fmla="*/ 246 h 308"/>
                <a:gd name="T4" fmla="*/ 12 w 151"/>
                <a:gd name="T5" fmla="*/ 301 h 308"/>
                <a:gd name="T6" fmla="*/ 7 w 151"/>
                <a:gd name="T7" fmla="*/ 304 h 308"/>
                <a:gd name="T8" fmla="*/ 124 w 151"/>
                <a:gd name="T9" fmla="*/ 17 h 308"/>
                <a:gd name="T10" fmla="*/ 151 w 151"/>
                <a:gd name="T11" fmla="*/ 0 h 308"/>
                <a:gd name="T12" fmla="*/ 150 w 151"/>
                <a:gd name="T13" fmla="*/ 1 h 308"/>
                <a:gd name="T14" fmla="*/ 129 w 151"/>
                <a:gd name="T15" fmla="*/ 2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308">
                  <a:moveTo>
                    <a:pt x="129" y="238"/>
                  </a:moveTo>
                  <a:cubicBezTo>
                    <a:pt x="116" y="246"/>
                    <a:pt x="116" y="246"/>
                    <a:pt x="116" y="246"/>
                  </a:cubicBezTo>
                  <a:cubicBezTo>
                    <a:pt x="12" y="301"/>
                    <a:pt x="12" y="301"/>
                    <a:pt x="12" y="301"/>
                  </a:cubicBezTo>
                  <a:cubicBezTo>
                    <a:pt x="7" y="304"/>
                    <a:pt x="7" y="304"/>
                    <a:pt x="7" y="304"/>
                  </a:cubicBezTo>
                  <a:cubicBezTo>
                    <a:pt x="0" y="308"/>
                    <a:pt x="6" y="106"/>
                    <a:pt x="124" y="17"/>
                  </a:cubicBezTo>
                  <a:cubicBezTo>
                    <a:pt x="132" y="11"/>
                    <a:pt x="141" y="5"/>
                    <a:pt x="151" y="0"/>
                  </a:cubicBezTo>
                  <a:cubicBezTo>
                    <a:pt x="150" y="1"/>
                    <a:pt x="150" y="1"/>
                    <a:pt x="150" y="1"/>
                  </a:cubicBezTo>
                  <a:lnTo>
                    <a:pt x="129" y="238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C6E5C49D-6263-41E0-9AF5-7E7084B1A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1065"/>
              <a:ext cx="259" cy="527"/>
            </a:xfrm>
            <a:custGeom>
              <a:avLst/>
              <a:gdLst>
                <a:gd name="T0" fmla="*/ 13 w 151"/>
                <a:gd name="T1" fmla="*/ 300 h 308"/>
                <a:gd name="T2" fmla="*/ 12 w 151"/>
                <a:gd name="T3" fmla="*/ 301 h 308"/>
                <a:gd name="T4" fmla="*/ 7 w 151"/>
                <a:gd name="T5" fmla="*/ 304 h 308"/>
                <a:gd name="T6" fmla="*/ 124 w 151"/>
                <a:gd name="T7" fmla="*/ 17 h 308"/>
                <a:gd name="T8" fmla="*/ 151 w 151"/>
                <a:gd name="T9" fmla="*/ 0 h 308"/>
                <a:gd name="T10" fmla="*/ 150 w 151"/>
                <a:gd name="T11" fmla="*/ 1 h 308"/>
                <a:gd name="T12" fmla="*/ 13 w 151"/>
                <a:gd name="T13" fmla="*/ 30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308">
                  <a:moveTo>
                    <a:pt x="13" y="300"/>
                  </a:moveTo>
                  <a:cubicBezTo>
                    <a:pt x="12" y="301"/>
                    <a:pt x="12" y="301"/>
                    <a:pt x="12" y="301"/>
                  </a:cubicBezTo>
                  <a:cubicBezTo>
                    <a:pt x="7" y="304"/>
                    <a:pt x="7" y="304"/>
                    <a:pt x="7" y="304"/>
                  </a:cubicBezTo>
                  <a:cubicBezTo>
                    <a:pt x="0" y="308"/>
                    <a:pt x="6" y="106"/>
                    <a:pt x="124" y="17"/>
                  </a:cubicBezTo>
                  <a:cubicBezTo>
                    <a:pt x="132" y="11"/>
                    <a:pt x="141" y="5"/>
                    <a:pt x="151" y="0"/>
                  </a:cubicBezTo>
                  <a:cubicBezTo>
                    <a:pt x="150" y="1"/>
                    <a:pt x="150" y="1"/>
                    <a:pt x="150" y="1"/>
                  </a:cubicBezTo>
                  <a:cubicBezTo>
                    <a:pt x="104" y="43"/>
                    <a:pt x="11" y="147"/>
                    <a:pt x="13" y="300"/>
                  </a:cubicBezTo>
                  <a:close/>
                </a:path>
              </a:pathLst>
            </a:custGeom>
            <a:solidFill>
              <a:srgbClr val="FFD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B610EA71-0E90-4876-B8F2-8A712C36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" y="-301"/>
              <a:ext cx="5762" cy="384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BFBD3B1E-94A0-4F67-B51D-72F320889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119" y="1835"/>
              <a:ext cx="7861" cy="2759"/>
            </a:xfrm>
            <a:custGeom>
              <a:avLst/>
              <a:gdLst>
                <a:gd name="T0" fmla="*/ 173 w 4594"/>
                <a:gd name="T1" fmla="*/ 0 h 1612"/>
                <a:gd name="T2" fmla="*/ 361 w 4594"/>
                <a:gd name="T3" fmla="*/ 107 h 1612"/>
                <a:gd name="T4" fmla="*/ 577 w 4594"/>
                <a:gd name="T5" fmla="*/ 94 h 1612"/>
                <a:gd name="T6" fmla="*/ 840 w 4594"/>
                <a:gd name="T7" fmla="*/ 309 h 1612"/>
                <a:gd name="T8" fmla="*/ 978 w 4594"/>
                <a:gd name="T9" fmla="*/ 315 h 1612"/>
                <a:gd name="T10" fmla="*/ 1143 w 4594"/>
                <a:gd name="T11" fmla="*/ 398 h 1612"/>
                <a:gd name="T12" fmla="*/ 1491 w 4594"/>
                <a:gd name="T13" fmla="*/ 304 h 1612"/>
                <a:gd name="T14" fmla="*/ 1647 w 4594"/>
                <a:gd name="T15" fmla="*/ 381 h 1612"/>
                <a:gd name="T16" fmla="*/ 1950 w 4594"/>
                <a:gd name="T17" fmla="*/ 322 h 1612"/>
                <a:gd name="T18" fmla="*/ 2087 w 4594"/>
                <a:gd name="T19" fmla="*/ 384 h 1612"/>
                <a:gd name="T20" fmla="*/ 2462 w 4594"/>
                <a:gd name="T21" fmla="*/ 261 h 1612"/>
                <a:gd name="T22" fmla="*/ 2723 w 4594"/>
                <a:gd name="T23" fmla="*/ 473 h 1612"/>
                <a:gd name="T24" fmla="*/ 2974 w 4594"/>
                <a:gd name="T25" fmla="*/ 445 h 1612"/>
                <a:gd name="T26" fmla="*/ 3240 w 4594"/>
                <a:gd name="T27" fmla="*/ 666 h 1612"/>
                <a:gd name="T28" fmla="*/ 3474 w 4594"/>
                <a:gd name="T29" fmla="*/ 646 h 1612"/>
                <a:gd name="T30" fmla="*/ 3735 w 4594"/>
                <a:gd name="T31" fmla="*/ 858 h 1612"/>
                <a:gd name="T32" fmla="*/ 3984 w 4594"/>
                <a:gd name="T33" fmla="*/ 831 h 1612"/>
                <a:gd name="T34" fmla="*/ 4117 w 4594"/>
                <a:gd name="T35" fmla="*/ 890 h 1612"/>
                <a:gd name="T36" fmla="*/ 4480 w 4594"/>
                <a:gd name="T37" fmla="*/ 780 h 1612"/>
                <a:gd name="T38" fmla="*/ 4594 w 4594"/>
                <a:gd name="T39" fmla="*/ 827 h 1612"/>
                <a:gd name="T40" fmla="*/ 4430 w 4594"/>
                <a:gd name="T41" fmla="*/ 1537 h 1612"/>
                <a:gd name="T42" fmla="*/ 4308 w 4594"/>
                <a:gd name="T43" fmla="*/ 1530 h 1612"/>
                <a:gd name="T44" fmla="*/ 4175 w 4594"/>
                <a:gd name="T45" fmla="*/ 1471 h 1612"/>
                <a:gd name="T46" fmla="*/ 3812 w 4594"/>
                <a:gd name="T47" fmla="*/ 1580 h 1612"/>
                <a:gd name="T48" fmla="*/ 3550 w 4594"/>
                <a:gd name="T49" fmla="*/ 1368 h 1612"/>
                <a:gd name="T50" fmla="*/ 3301 w 4594"/>
                <a:gd name="T51" fmla="*/ 1395 h 1612"/>
                <a:gd name="T52" fmla="*/ 3036 w 4594"/>
                <a:gd name="T53" fmla="*/ 1174 h 1612"/>
                <a:gd name="T54" fmla="*/ 2802 w 4594"/>
                <a:gd name="T55" fmla="*/ 1194 h 1612"/>
                <a:gd name="T56" fmla="*/ 2541 w 4594"/>
                <a:gd name="T57" fmla="*/ 983 h 1612"/>
                <a:gd name="T58" fmla="*/ 2290 w 4594"/>
                <a:gd name="T59" fmla="*/ 1011 h 1612"/>
                <a:gd name="T60" fmla="*/ 2153 w 4594"/>
                <a:gd name="T61" fmla="*/ 949 h 1612"/>
                <a:gd name="T62" fmla="*/ 1778 w 4594"/>
                <a:gd name="T63" fmla="*/ 1072 h 1612"/>
                <a:gd name="T64" fmla="*/ 1622 w 4594"/>
                <a:gd name="T65" fmla="*/ 995 h 1612"/>
                <a:gd name="T66" fmla="*/ 1319 w 4594"/>
                <a:gd name="T67" fmla="*/ 1053 h 1612"/>
                <a:gd name="T68" fmla="*/ 1154 w 4594"/>
                <a:gd name="T69" fmla="*/ 970 h 1612"/>
                <a:gd name="T70" fmla="*/ 806 w 4594"/>
                <a:gd name="T71" fmla="*/ 1064 h 1612"/>
                <a:gd name="T72" fmla="*/ 543 w 4594"/>
                <a:gd name="T73" fmla="*/ 849 h 1612"/>
                <a:gd name="T74" fmla="*/ 405 w 4594"/>
                <a:gd name="T75" fmla="*/ 843 h 1612"/>
                <a:gd name="T76" fmla="*/ 215 w 4594"/>
                <a:gd name="T77" fmla="*/ 735 h 1612"/>
                <a:gd name="T78" fmla="*/ 0 w 4594"/>
                <a:gd name="T79" fmla="*/ 749 h 1612"/>
                <a:gd name="T80" fmla="*/ 173 w 4594"/>
                <a:gd name="T81" fmla="*/ 0 h 1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94" h="1612">
                  <a:moveTo>
                    <a:pt x="173" y="0"/>
                  </a:moveTo>
                  <a:cubicBezTo>
                    <a:pt x="247" y="17"/>
                    <a:pt x="312" y="56"/>
                    <a:pt x="361" y="107"/>
                  </a:cubicBezTo>
                  <a:cubicBezTo>
                    <a:pt x="428" y="83"/>
                    <a:pt x="503" y="77"/>
                    <a:pt x="577" y="94"/>
                  </a:cubicBezTo>
                  <a:cubicBezTo>
                    <a:pt x="698" y="122"/>
                    <a:pt x="792" y="204"/>
                    <a:pt x="840" y="309"/>
                  </a:cubicBezTo>
                  <a:cubicBezTo>
                    <a:pt x="885" y="303"/>
                    <a:pt x="931" y="304"/>
                    <a:pt x="978" y="315"/>
                  </a:cubicBezTo>
                  <a:cubicBezTo>
                    <a:pt x="1041" y="329"/>
                    <a:pt x="1097" y="359"/>
                    <a:pt x="1143" y="398"/>
                  </a:cubicBezTo>
                  <a:cubicBezTo>
                    <a:pt x="1233" y="314"/>
                    <a:pt x="1362" y="274"/>
                    <a:pt x="1491" y="304"/>
                  </a:cubicBezTo>
                  <a:cubicBezTo>
                    <a:pt x="1550" y="317"/>
                    <a:pt x="1603" y="344"/>
                    <a:pt x="1647" y="381"/>
                  </a:cubicBezTo>
                  <a:cubicBezTo>
                    <a:pt x="1733" y="322"/>
                    <a:pt x="1841" y="297"/>
                    <a:pt x="1950" y="322"/>
                  </a:cubicBezTo>
                  <a:cubicBezTo>
                    <a:pt x="2001" y="334"/>
                    <a:pt x="2047" y="355"/>
                    <a:pt x="2087" y="384"/>
                  </a:cubicBezTo>
                  <a:cubicBezTo>
                    <a:pt x="2177" y="280"/>
                    <a:pt x="2320" y="229"/>
                    <a:pt x="2462" y="261"/>
                  </a:cubicBezTo>
                  <a:cubicBezTo>
                    <a:pt x="2582" y="289"/>
                    <a:pt x="2675" y="370"/>
                    <a:pt x="2723" y="473"/>
                  </a:cubicBezTo>
                  <a:cubicBezTo>
                    <a:pt x="2799" y="437"/>
                    <a:pt x="2887" y="425"/>
                    <a:pt x="2974" y="445"/>
                  </a:cubicBezTo>
                  <a:cubicBezTo>
                    <a:pt x="3097" y="474"/>
                    <a:pt x="3193" y="558"/>
                    <a:pt x="3240" y="666"/>
                  </a:cubicBezTo>
                  <a:cubicBezTo>
                    <a:pt x="3311" y="636"/>
                    <a:pt x="3392" y="627"/>
                    <a:pt x="3474" y="646"/>
                  </a:cubicBezTo>
                  <a:cubicBezTo>
                    <a:pt x="3593" y="673"/>
                    <a:pt x="3687" y="754"/>
                    <a:pt x="3735" y="858"/>
                  </a:cubicBezTo>
                  <a:cubicBezTo>
                    <a:pt x="3810" y="823"/>
                    <a:pt x="3897" y="811"/>
                    <a:pt x="3984" y="831"/>
                  </a:cubicBezTo>
                  <a:cubicBezTo>
                    <a:pt x="4033" y="842"/>
                    <a:pt x="4078" y="863"/>
                    <a:pt x="4117" y="890"/>
                  </a:cubicBezTo>
                  <a:cubicBezTo>
                    <a:pt x="4207" y="795"/>
                    <a:pt x="4343" y="749"/>
                    <a:pt x="4480" y="780"/>
                  </a:cubicBezTo>
                  <a:cubicBezTo>
                    <a:pt x="4521" y="790"/>
                    <a:pt x="4559" y="806"/>
                    <a:pt x="4594" y="827"/>
                  </a:cubicBezTo>
                  <a:cubicBezTo>
                    <a:pt x="4430" y="1537"/>
                    <a:pt x="4430" y="1537"/>
                    <a:pt x="4430" y="1537"/>
                  </a:cubicBezTo>
                  <a:cubicBezTo>
                    <a:pt x="4390" y="1541"/>
                    <a:pt x="4349" y="1539"/>
                    <a:pt x="4308" y="1530"/>
                  </a:cubicBezTo>
                  <a:cubicBezTo>
                    <a:pt x="4259" y="1518"/>
                    <a:pt x="4214" y="1498"/>
                    <a:pt x="4175" y="1471"/>
                  </a:cubicBezTo>
                  <a:cubicBezTo>
                    <a:pt x="4085" y="1566"/>
                    <a:pt x="3949" y="1612"/>
                    <a:pt x="3812" y="1580"/>
                  </a:cubicBezTo>
                  <a:cubicBezTo>
                    <a:pt x="3692" y="1553"/>
                    <a:pt x="3599" y="1472"/>
                    <a:pt x="3550" y="1368"/>
                  </a:cubicBezTo>
                  <a:cubicBezTo>
                    <a:pt x="3475" y="1403"/>
                    <a:pt x="3388" y="1415"/>
                    <a:pt x="3301" y="1395"/>
                  </a:cubicBezTo>
                  <a:cubicBezTo>
                    <a:pt x="3178" y="1367"/>
                    <a:pt x="3083" y="1282"/>
                    <a:pt x="3036" y="1174"/>
                  </a:cubicBezTo>
                  <a:cubicBezTo>
                    <a:pt x="2965" y="1204"/>
                    <a:pt x="2884" y="1213"/>
                    <a:pt x="2802" y="1194"/>
                  </a:cubicBezTo>
                  <a:cubicBezTo>
                    <a:pt x="2683" y="1167"/>
                    <a:pt x="2589" y="1086"/>
                    <a:pt x="2541" y="983"/>
                  </a:cubicBezTo>
                  <a:cubicBezTo>
                    <a:pt x="2466" y="1019"/>
                    <a:pt x="2378" y="1031"/>
                    <a:pt x="2290" y="1011"/>
                  </a:cubicBezTo>
                  <a:cubicBezTo>
                    <a:pt x="2239" y="999"/>
                    <a:pt x="2193" y="978"/>
                    <a:pt x="2153" y="949"/>
                  </a:cubicBezTo>
                  <a:cubicBezTo>
                    <a:pt x="2063" y="1053"/>
                    <a:pt x="1921" y="1104"/>
                    <a:pt x="1778" y="1072"/>
                  </a:cubicBezTo>
                  <a:cubicBezTo>
                    <a:pt x="1719" y="1058"/>
                    <a:pt x="1666" y="1031"/>
                    <a:pt x="1622" y="995"/>
                  </a:cubicBezTo>
                  <a:cubicBezTo>
                    <a:pt x="1536" y="1054"/>
                    <a:pt x="1428" y="1078"/>
                    <a:pt x="1319" y="1053"/>
                  </a:cubicBezTo>
                  <a:cubicBezTo>
                    <a:pt x="1256" y="1039"/>
                    <a:pt x="1200" y="1009"/>
                    <a:pt x="1154" y="970"/>
                  </a:cubicBezTo>
                  <a:cubicBezTo>
                    <a:pt x="1064" y="1054"/>
                    <a:pt x="935" y="1094"/>
                    <a:pt x="806" y="1064"/>
                  </a:cubicBezTo>
                  <a:cubicBezTo>
                    <a:pt x="685" y="1036"/>
                    <a:pt x="591" y="954"/>
                    <a:pt x="543" y="849"/>
                  </a:cubicBezTo>
                  <a:cubicBezTo>
                    <a:pt x="499" y="855"/>
                    <a:pt x="452" y="854"/>
                    <a:pt x="405" y="843"/>
                  </a:cubicBezTo>
                  <a:cubicBezTo>
                    <a:pt x="330" y="826"/>
                    <a:pt x="265" y="787"/>
                    <a:pt x="215" y="735"/>
                  </a:cubicBezTo>
                  <a:cubicBezTo>
                    <a:pt x="148" y="759"/>
                    <a:pt x="74" y="765"/>
                    <a:pt x="0" y="749"/>
                  </a:cubicBezTo>
                  <a:lnTo>
                    <a:pt x="173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1011D49F-6320-4119-BEB6-5F20BB6D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362" y="1902"/>
              <a:ext cx="8051" cy="4001"/>
            </a:xfrm>
            <a:custGeom>
              <a:avLst/>
              <a:gdLst>
                <a:gd name="T0" fmla="*/ 4378 w 4705"/>
                <a:gd name="T1" fmla="*/ 2338 h 2338"/>
                <a:gd name="T2" fmla="*/ 0 w 4705"/>
                <a:gd name="T3" fmla="*/ 1332 h 2338"/>
                <a:gd name="T4" fmla="*/ 305 w 4705"/>
                <a:gd name="T5" fmla="*/ 0 h 2338"/>
                <a:gd name="T6" fmla="*/ 330 w 4705"/>
                <a:gd name="T7" fmla="*/ 5 h 2338"/>
                <a:gd name="T8" fmla="*/ 621 w 4705"/>
                <a:gd name="T9" fmla="*/ 307 h 2338"/>
                <a:gd name="T10" fmla="*/ 849 w 4705"/>
                <a:gd name="T11" fmla="*/ 289 h 2338"/>
                <a:gd name="T12" fmla="*/ 1112 w 4705"/>
                <a:gd name="T13" fmla="*/ 505 h 2338"/>
                <a:gd name="T14" fmla="*/ 1355 w 4705"/>
                <a:gd name="T15" fmla="*/ 481 h 2338"/>
                <a:gd name="T16" fmla="*/ 1482 w 4705"/>
                <a:gd name="T17" fmla="*/ 535 h 2338"/>
                <a:gd name="T18" fmla="*/ 1802 w 4705"/>
                <a:gd name="T19" fmla="*/ 465 h 2338"/>
                <a:gd name="T20" fmla="*/ 1980 w 4705"/>
                <a:gd name="T21" fmla="*/ 560 h 2338"/>
                <a:gd name="T22" fmla="*/ 2374 w 4705"/>
                <a:gd name="T23" fmla="*/ 414 h 2338"/>
                <a:gd name="T24" fmla="*/ 2534 w 4705"/>
                <a:gd name="T25" fmla="*/ 493 h 2338"/>
                <a:gd name="T26" fmla="*/ 2878 w 4705"/>
                <a:gd name="T27" fmla="*/ 402 h 2338"/>
                <a:gd name="T28" fmla="*/ 3148 w 4705"/>
                <a:gd name="T29" fmla="*/ 633 h 2338"/>
                <a:gd name="T30" fmla="*/ 3439 w 4705"/>
                <a:gd name="T31" fmla="*/ 583 h 2338"/>
                <a:gd name="T32" fmla="*/ 3731 w 4705"/>
                <a:gd name="T33" fmla="*/ 894 h 2338"/>
                <a:gd name="T34" fmla="*/ 4011 w 4705"/>
                <a:gd name="T35" fmla="*/ 851 h 2338"/>
                <a:gd name="T36" fmla="*/ 4226 w 4705"/>
                <a:gd name="T37" fmla="*/ 987 h 2338"/>
                <a:gd name="T38" fmla="*/ 4591 w 4705"/>
                <a:gd name="T39" fmla="*/ 875 h 2338"/>
                <a:gd name="T40" fmla="*/ 4705 w 4705"/>
                <a:gd name="T41" fmla="*/ 922 h 2338"/>
                <a:gd name="T42" fmla="*/ 4542 w 4705"/>
                <a:gd name="T43" fmla="*/ 1632 h 2338"/>
                <a:gd name="T44" fmla="*/ 4540 w 4705"/>
                <a:gd name="T45" fmla="*/ 1633 h 2338"/>
                <a:gd name="T46" fmla="*/ 4512 w 4705"/>
                <a:gd name="T47" fmla="*/ 1755 h 2338"/>
                <a:gd name="T48" fmla="*/ 4378 w 4705"/>
                <a:gd name="T49" fmla="*/ 2338 h 2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705" h="2338">
                  <a:moveTo>
                    <a:pt x="4378" y="2338"/>
                  </a:moveTo>
                  <a:cubicBezTo>
                    <a:pt x="0" y="1332"/>
                    <a:pt x="0" y="1332"/>
                    <a:pt x="0" y="1332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14" y="2"/>
                    <a:pt x="322" y="3"/>
                    <a:pt x="330" y="5"/>
                  </a:cubicBezTo>
                  <a:cubicBezTo>
                    <a:pt x="483" y="40"/>
                    <a:pt x="593" y="162"/>
                    <a:pt x="621" y="307"/>
                  </a:cubicBezTo>
                  <a:cubicBezTo>
                    <a:pt x="691" y="279"/>
                    <a:pt x="770" y="271"/>
                    <a:pt x="849" y="289"/>
                  </a:cubicBezTo>
                  <a:cubicBezTo>
                    <a:pt x="970" y="317"/>
                    <a:pt x="1064" y="400"/>
                    <a:pt x="1112" y="505"/>
                  </a:cubicBezTo>
                  <a:cubicBezTo>
                    <a:pt x="1186" y="471"/>
                    <a:pt x="1270" y="461"/>
                    <a:pt x="1355" y="481"/>
                  </a:cubicBezTo>
                  <a:cubicBezTo>
                    <a:pt x="1402" y="491"/>
                    <a:pt x="1444" y="510"/>
                    <a:pt x="1482" y="535"/>
                  </a:cubicBezTo>
                  <a:cubicBezTo>
                    <a:pt x="1570" y="467"/>
                    <a:pt x="1686" y="438"/>
                    <a:pt x="1802" y="465"/>
                  </a:cubicBezTo>
                  <a:cubicBezTo>
                    <a:pt x="1871" y="481"/>
                    <a:pt x="1932" y="515"/>
                    <a:pt x="1980" y="560"/>
                  </a:cubicBezTo>
                  <a:cubicBezTo>
                    <a:pt x="2068" y="441"/>
                    <a:pt x="2221" y="378"/>
                    <a:pt x="2374" y="414"/>
                  </a:cubicBezTo>
                  <a:cubicBezTo>
                    <a:pt x="2435" y="427"/>
                    <a:pt x="2489" y="455"/>
                    <a:pt x="2534" y="493"/>
                  </a:cubicBezTo>
                  <a:cubicBezTo>
                    <a:pt x="2624" y="411"/>
                    <a:pt x="2751" y="373"/>
                    <a:pt x="2878" y="402"/>
                  </a:cubicBezTo>
                  <a:cubicBezTo>
                    <a:pt x="3005" y="431"/>
                    <a:pt x="3103" y="521"/>
                    <a:pt x="3148" y="633"/>
                  </a:cubicBezTo>
                  <a:cubicBezTo>
                    <a:pt x="3231" y="580"/>
                    <a:pt x="3335" y="559"/>
                    <a:pt x="3439" y="583"/>
                  </a:cubicBezTo>
                  <a:cubicBezTo>
                    <a:pt x="3595" y="619"/>
                    <a:pt x="3706" y="745"/>
                    <a:pt x="3731" y="894"/>
                  </a:cubicBezTo>
                  <a:cubicBezTo>
                    <a:pt x="3813" y="846"/>
                    <a:pt x="3912" y="828"/>
                    <a:pt x="4011" y="851"/>
                  </a:cubicBezTo>
                  <a:cubicBezTo>
                    <a:pt x="4100" y="871"/>
                    <a:pt x="4174" y="921"/>
                    <a:pt x="4226" y="987"/>
                  </a:cubicBezTo>
                  <a:cubicBezTo>
                    <a:pt x="4316" y="891"/>
                    <a:pt x="4454" y="844"/>
                    <a:pt x="4591" y="875"/>
                  </a:cubicBezTo>
                  <a:cubicBezTo>
                    <a:pt x="4633" y="885"/>
                    <a:pt x="4671" y="901"/>
                    <a:pt x="4705" y="922"/>
                  </a:cubicBezTo>
                  <a:cubicBezTo>
                    <a:pt x="4542" y="1632"/>
                    <a:pt x="4542" y="1632"/>
                    <a:pt x="4542" y="1632"/>
                  </a:cubicBezTo>
                  <a:cubicBezTo>
                    <a:pt x="4541" y="1632"/>
                    <a:pt x="4540" y="1632"/>
                    <a:pt x="4540" y="1633"/>
                  </a:cubicBezTo>
                  <a:cubicBezTo>
                    <a:pt x="4512" y="1755"/>
                    <a:pt x="4512" y="1755"/>
                    <a:pt x="4512" y="1755"/>
                  </a:cubicBezTo>
                  <a:lnTo>
                    <a:pt x="4378" y="2338"/>
                  </a:lnTo>
                  <a:close/>
                </a:path>
              </a:pathLst>
            </a:custGeom>
            <a:solidFill>
              <a:srgbClr val="EF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438C6218-8F63-4E6D-9678-90EDE7E2D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362" y="2389"/>
              <a:ext cx="7990" cy="3514"/>
            </a:xfrm>
            <a:custGeom>
              <a:avLst/>
              <a:gdLst>
                <a:gd name="T0" fmla="*/ 279 w 4669"/>
                <a:gd name="T1" fmla="*/ 7 h 2053"/>
                <a:gd name="T2" fmla="*/ 533 w 4669"/>
                <a:gd name="T3" fmla="*/ 203 h 2053"/>
                <a:gd name="T4" fmla="*/ 847 w 4669"/>
                <a:gd name="T5" fmla="*/ 137 h 2053"/>
                <a:gd name="T6" fmla="*/ 1116 w 4669"/>
                <a:gd name="T7" fmla="*/ 367 h 2053"/>
                <a:gd name="T8" fmla="*/ 1388 w 4669"/>
                <a:gd name="T9" fmla="*/ 328 h 2053"/>
                <a:gd name="T10" fmla="*/ 1616 w 4669"/>
                <a:gd name="T11" fmla="*/ 483 h 2053"/>
                <a:gd name="T12" fmla="*/ 1928 w 4669"/>
                <a:gd name="T13" fmla="*/ 419 h 2053"/>
                <a:gd name="T14" fmla="*/ 2061 w 4669"/>
                <a:gd name="T15" fmla="*/ 478 h 2053"/>
                <a:gd name="T16" fmla="*/ 2342 w 4669"/>
                <a:gd name="T17" fmla="*/ 434 h 2053"/>
                <a:gd name="T18" fmla="*/ 2476 w 4669"/>
                <a:gd name="T19" fmla="*/ 494 h 2053"/>
                <a:gd name="T20" fmla="*/ 2816 w 4669"/>
                <a:gd name="T21" fmla="*/ 407 h 2053"/>
                <a:gd name="T22" fmla="*/ 3038 w 4669"/>
                <a:gd name="T23" fmla="*/ 552 h 2053"/>
                <a:gd name="T24" fmla="*/ 3253 w 4669"/>
                <a:gd name="T25" fmla="*/ 539 h 2053"/>
                <a:gd name="T26" fmla="*/ 3475 w 4669"/>
                <a:gd name="T27" fmla="*/ 686 h 2053"/>
                <a:gd name="T28" fmla="*/ 3664 w 4669"/>
                <a:gd name="T29" fmla="*/ 681 h 2053"/>
                <a:gd name="T30" fmla="*/ 3800 w 4669"/>
                <a:gd name="T31" fmla="*/ 742 h 2053"/>
                <a:gd name="T32" fmla="*/ 4082 w 4669"/>
                <a:gd name="T33" fmla="*/ 698 h 2053"/>
                <a:gd name="T34" fmla="*/ 4272 w 4669"/>
                <a:gd name="T35" fmla="*/ 805 h 2053"/>
                <a:gd name="T36" fmla="*/ 4568 w 4669"/>
                <a:gd name="T37" fmla="*/ 752 h 2053"/>
                <a:gd name="T38" fmla="*/ 4669 w 4669"/>
                <a:gd name="T39" fmla="*/ 791 h 2053"/>
                <a:gd name="T40" fmla="*/ 4550 w 4669"/>
                <a:gd name="T41" fmla="*/ 1313 h 2053"/>
                <a:gd name="T42" fmla="*/ 4504 w 4669"/>
                <a:gd name="T43" fmla="*/ 1510 h 2053"/>
                <a:gd name="T44" fmla="*/ 4379 w 4669"/>
                <a:gd name="T45" fmla="*/ 2053 h 2053"/>
                <a:gd name="T46" fmla="*/ 0 w 4669"/>
                <a:gd name="T47" fmla="*/ 1047 h 2053"/>
                <a:gd name="T48" fmla="*/ 69 w 4669"/>
                <a:gd name="T49" fmla="*/ 745 h 2053"/>
                <a:gd name="T50" fmla="*/ 170 w 4669"/>
                <a:gd name="T51" fmla="*/ 306 h 2053"/>
                <a:gd name="T52" fmla="*/ 240 w 4669"/>
                <a:gd name="T53" fmla="*/ 0 h 2053"/>
                <a:gd name="T54" fmla="*/ 279 w 4669"/>
                <a:gd name="T55" fmla="*/ 7 h 2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69" h="2053">
                  <a:moveTo>
                    <a:pt x="279" y="7"/>
                  </a:moveTo>
                  <a:cubicBezTo>
                    <a:pt x="392" y="33"/>
                    <a:pt x="483" y="107"/>
                    <a:pt x="533" y="203"/>
                  </a:cubicBezTo>
                  <a:cubicBezTo>
                    <a:pt x="620" y="139"/>
                    <a:pt x="733" y="111"/>
                    <a:pt x="847" y="137"/>
                  </a:cubicBezTo>
                  <a:cubicBezTo>
                    <a:pt x="973" y="166"/>
                    <a:pt x="1070" y="255"/>
                    <a:pt x="1116" y="367"/>
                  </a:cubicBezTo>
                  <a:cubicBezTo>
                    <a:pt x="1196" y="322"/>
                    <a:pt x="1292" y="306"/>
                    <a:pt x="1388" y="328"/>
                  </a:cubicBezTo>
                  <a:cubicBezTo>
                    <a:pt x="1484" y="350"/>
                    <a:pt x="1564" y="407"/>
                    <a:pt x="1616" y="483"/>
                  </a:cubicBezTo>
                  <a:cubicBezTo>
                    <a:pt x="1703" y="420"/>
                    <a:pt x="1815" y="393"/>
                    <a:pt x="1928" y="419"/>
                  </a:cubicBezTo>
                  <a:cubicBezTo>
                    <a:pt x="1977" y="430"/>
                    <a:pt x="2022" y="451"/>
                    <a:pt x="2061" y="478"/>
                  </a:cubicBezTo>
                  <a:cubicBezTo>
                    <a:pt x="2143" y="430"/>
                    <a:pt x="2242" y="411"/>
                    <a:pt x="2342" y="434"/>
                  </a:cubicBezTo>
                  <a:cubicBezTo>
                    <a:pt x="2392" y="446"/>
                    <a:pt x="2437" y="466"/>
                    <a:pt x="2476" y="494"/>
                  </a:cubicBezTo>
                  <a:cubicBezTo>
                    <a:pt x="2565" y="414"/>
                    <a:pt x="2691" y="378"/>
                    <a:pt x="2816" y="407"/>
                  </a:cubicBezTo>
                  <a:cubicBezTo>
                    <a:pt x="2909" y="428"/>
                    <a:pt x="2985" y="481"/>
                    <a:pt x="3038" y="552"/>
                  </a:cubicBezTo>
                  <a:cubicBezTo>
                    <a:pt x="3105" y="528"/>
                    <a:pt x="3179" y="522"/>
                    <a:pt x="3253" y="539"/>
                  </a:cubicBezTo>
                  <a:cubicBezTo>
                    <a:pt x="3346" y="561"/>
                    <a:pt x="3423" y="614"/>
                    <a:pt x="3475" y="686"/>
                  </a:cubicBezTo>
                  <a:cubicBezTo>
                    <a:pt x="3535" y="669"/>
                    <a:pt x="3599" y="666"/>
                    <a:pt x="3664" y="681"/>
                  </a:cubicBezTo>
                  <a:cubicBezTo>
                    <a:pt x="3714" y="693"/>
                    <a:pt x="3760" y="714"/>
                    <a:pt x="3800" y="742"/>
                  </a:cubicBezTo>
                  <a:cubicBezTo>
                    <a:pt x="3882" y="693"/>
                    <a:pt x="3982" y="675"/>
                    <a:pt x="4082" y="698"/>
                  </a:cubicBezTo>
                  <a:cubicBezTo>
                    <a:pt x="4158" y="715"/>
                    <a:pt x="4222" y="753"/>
                    <a:pt x="4272" y="805"/>
                  </a:cubicBezTo>
                  <a:cubicBezTo>
                    <a:pt x="4357" y="750"/>
                    <a:pt x="4462" y="727"/>
                    <a:pt x="4568" y="752"/>
                  </a:cubicBezTo>
                  <a:cubicBezTo>
                    <a:pt x="4605" y="760"/>
                    <a:pt x="4639" y="773"/>
                    <a:pt x="4669" y="791"/>
                  </a:cubicBezTo>
                  <a:cubicBezTo>
                    <a:pt x="4550" y="1313"/>
                    <a:pt x="4550" y="1313"/>
                    <a:pt x="4550" y="1313"/>
                  </a:cubicBezTo>
                  <a:cubicBezTo>
                    <a:pt x="4504" y="1510"/>
                    <a:pt x="4504" y="1510"/>
                    <a:pt x="4504" y="1510"/>
                  </a:cubicBezTo>
                  <a:cubicBezTo>
                    <a:pt x="4379" y="2053"/>
                    <a:pt x="4379" y="2053"/>
                    <a:pt x="4379" y="2053"/>
                  </a:cubicBezTo>
                  <a:cubicBezTo>
                    <a:pt x="0" y="1047"/>
                    <a:pt x="0" y="1047"/>
                    <a:pt x="0" y="1047"/>
                  </a:cubicBezTo>
                  <a:cubicBezTo>
                    <a:pt x="69" y="745"/>
                    <a:pt x="69" y="745"/>
                    <a:pt x="69" y="745"/>
                  </a:cubicBezTo>
                  <a:cubicBezTo>
                    <a:pt x="170" y="306"/>
                    <a:pt x="170" y="306"/>
                    <a:pt x="170" y="306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3" y="1"/>
                    <a:pt x="266" y="4"/>
                    <a:pt x="279" y="7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D48DD290-5EB4-4D74-A06C-67C1BF50E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770"/>
              <a:ext cx="1160" cy="1431"/>
            </a:xfrm>
            <a:custGeom>
              <a:avLst/>
              <a:gdLst>
                <a:gd name="T0" fmla="*/ 431 w 678"/>
                <a:gd name="T1" fmla="*/ 3 h 836"/>
                <a:gd name="T2" fmla="*/ 466 w 678"/>
                <a:gd name="T3" fmla="*/ 594 h 836"/>
                <a:gd name="T4" fmla="*/ 466 w 678"/>
                <a:gd name="T5" fmla="*/ 594 h 836"/>
                <a:gd name="T6" fmla="*/ 466 w 678"/>
                <a:gd name="T7" fmla="*/ 594 h 836"/>
                <a:gd name="T8" fmla="*/ 456 w 678"/>
                <a:gd name="T9" fmla="*/ 350 h 836"/>
                <a:gd name="T10" fmla="*/ 399 w 678"/>
                <a:gd name="T11" fmla="*/ 641 h 836"/>
                <a:gd name="T12" fmla="*/ 343 w 678"/>
                <a:gd name="T13" fmla="*/ 836 h 836"/>
                <a:gd name="T14" fmla="*/ 284 w 678"/>
                <a:gd name="T15" fmla="*/ 642 h 836"/>
                <a:gd name="T16" fmla="*/ 223 w 678"/>
                <a:gd name="T17" fmla="*/ 352 h 836"/>
                <a:gd name="T18" fmla="*/ 216 w 678"/>
                <a:gd name="T19" fmla="*/ 595 h 836"/>
                <a:gd name="T20" fmla="*/ 216 w 678"/>
                <a:gd name="T21" fmla="*/ 595 h 836"/>
                <a:gd name="T22" fmla="*/ 216 w 678"/>
                <a:gd name="T23" fmla="*/ 595 h 836"/>
                <a:gd name="T24" fmla="*/ 245 w 678"/>
                <a:gd name="T25" fmla="*/ 0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8" h="836">
                  <a:moveTo>
                    <a:pt x="431" y="3"/>
                  </a:moveTo>
                  <a:cubicBezTo>
                    <a:pt x="432" y="152"/>
                    <a:pt x="678" y="297"/>
                    <a:pt x="466" y="594"/>
                  </a:cubicBezTo>
                  <a:cubicBezTo>
                    <a:pt x="466" y="594"/>
                    <a:pt x="466" y="594"/>
                    <a:pt x="466" y="594"/>
                  </a:cubicBezTo>
                  <a:cubicBezTo>
                    <a:pt x="466" y="594"/>
                    <a:pt x="466" y="594"/>
                    <a:pt x="466" y="594"/>
                  </a:cubicBezTo>
                  <a:cubicBezTo>
                    <a:pt x="468" y="589"/>
                    <a:pt x="521" y="486"/>
                    <a:pt x="456" y="350"/>
                  </a:cubicBezTo>
                  <a:cubicBezTo>
                    <a:pt x="456" y="350"/>
                    <a:pt x="470" y="516"/>
                    <a:pt x="399" y="641"/>
                  </a:cubicBezTo>
                  <a:cubicBezTo>
                    <a:pt x="358" y="714"/>
                    <a:pt x="346" y="787"/>
                    <a:pt x="343" y="836"/>
                  </a:cubicBezTo>
                  <a:cubicBezTo>
                    <a:pt x="339" y="787"/>
                    <a:pt x="326" y="714"/>
                    <a:pt x="284" y="642"/>
                  </a:cubicBezTo>
                  <a:cubicBezTo>
                    <a:pt x="211" y="518"/>
                    <a:pt x="223" y="352"/>
                    <a:pt x="223" y="352"/>
                  </a:cubicBezTo>
                  <a:cubicBezTo>
                    <a:pt x="160" y="488"/>
                    <a:pt x="214" y="590"/>
                    <a:pt x="216" y="595"/>
                  </a:cubicBezTo>
                  <a:cubicBezTo>
                    <a:pt x="216" y="595"/>
                    <a:pt x="216" y="595"/>
                    <a:pt x="216" y="595"/>
                  </a:cubicBezTo>
                  <a:cubicBezTo>
                    <a:pt x="216" y="595"/>
                    <a:pt x="216" y="595"/>
                    <a:pt x="216" y="595"/>
                  </a:cubicBezTo>
                  <a:cubicBezTo>
                    <a:pt x="0" y="302"/>
                    <a:pt x="246" y="150"/>
                    <a:pt x="245" y="0"/>
                  </a:cubicBezTo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09CD0551-440A-4D94-8988-D8E49DC0C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1766"/>
              <a:ext cx="450" cy="766"/>
            </a:xfrm>
            <a:custGeom>
              <a:avLst/>
              <a:gdLst>
                <a:gd name="T0" fmla="*/ 153 w 263"/>
                <a:gd name="T1" fmla="*/ 0 h 447"/>
                <a:gd name="T2" fmla="*/ 133 w 263"/>
                <a:gd name="T3" fmla="*/ 447 h 447"/>
                <a:gd name="T4" fmla="*/ 107 w 263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3" h="447">
                  <a:moveTo>
                    <a:pt x="153" y="0"/>
                  </a:moveTo>
                  <a:cubicBezTo>
                    <a:pt x="153" y="0"/>
                    <a:pt x="263" y="236"/>
                    <a:pt x="133" y="447"/>
                  </a:cubicBezTo>
                  <a:cubicBezTo>
                    <a:pt x="0" y="238"/>
                    <a:pt x="107" y="0"/>
                    <a:pt x="107" y="0"/>
                  </a:cubicBezTo>
                </a:path>
              </a:pathLst>
            </a:custGeom>
            <a:solidFill>
              <a:srgbClr val="FFD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9E60DF15-6E49-4A66-8EED-20F2A41A2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835"/>
              <a:ext cx="246" cy="421"/>
            </a:xfrm>
            <a:custGeom>
              <a:avLst/>
              <a:gdLst>
                <a:gd name="T0" fmla="*/ 84 w 144"/>
                <a:gd name="T1" fmla="*/ 0 h 246"/>
                <a:gd name="T2" fmla="*/ 73 w 144"/>
                <a:gd name="T3" fmla="*/ 246 h 246"/>
                <a:gd name="T4" fmla="*/ 59 w 144"/>
                <a:gd name="T5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46">
                  <a:moveTo>
                    <a:pt x="84" y="0"/>
                  </a:moveTo>
                  <a:cubicBezTo>
                    <a:pt x="84" y="0"/>
                    <a:pt x="144" y="130"/>
                    <a:pt x="73" y="246"/>
                  </a:cubicBezTo>
                  <a:cubicBezTo>
                    <a:pt x="0" y="131"/>
                    <a:pt x="59" y="0"/>
                    <a:pt x="5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565F6CDF-994B-4D85-B347-F6D9589DE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5" y="1746"/>
              <a:ext cx="273" cy="80"/>
            </a:xfrm>
            <a:custGeom>
              <a:avLst/>
              <a:gdLst>
                <a:gd name="T0" fmla="*/ 160 w 160"/>
                <a:gd name="T1" fmla="*/ 24 h 47"/>
                <a:gd name="T2" fmla="*/ 80 w 160"/>
                <a:gd name="T3" fmla="*/ 46 h 47"/>
                <a:gd name="T4" fmla="*/ 0 w 160"/>
                <a:gd name="T5" fmla="*/ 23 h 47"/>
                <a:gd name="T6" fmla="*/ 80 w 160"/>
                <a:gd name="T7" fmla="*/ 0 h 47"/>
                <a:gd name="T8" fmla="*/ 160 w 160"/>
                <a:gd name="T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47">
                  <a:moveTo>
                    <a:pt x="160" y="24"/>
                  </a:moveTo>
                  <a:cubicBezTo>
                    <a:pt x="160" y="37"/>
                    <a:pt x="124" y="47"/>
                    <a:pt x="80" y="46"/>
                  </a:cubicBezTo>
                  <a:cubicBezTo>
                    <a:pt x="36" y="46"/>
                    <a:pt x="0" y="35"/>
                    <a:pt x="0" y="23"/>
                  </a:cubicBezTo>
                  <a:cubicBezTo>
                    <a:pt x="0" y="10"/>
                    <a:pt x="36" y="0"/>
                    <a:pt x="80" y="0"/>
                  </a:cubicBezTo>
                  <a:cubicBezTo>
                    <a:pt x="124" y="0"/>
                    <a:pt x="160" y="11"/>
                    <a:pt x="160" y="24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0B0474A4-15FB-414C-B156-2C8E77FFA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419"/>
              <a:ext cx="173" cy="679"/>
            </a:xfrm>
            <a:custGeom>
              <a:avLst/>
              <a:gdLst>
                <a:gd name="T0" fmla="*/ 54 w 101"/>
                <a:gd name="T1" fmla="*/ 0 h 397"/>
                <a:gd name="T2" fmla="*/ 54 w 101"/>
                <a:gd name="T3" fmla="*/ 0 h 397"/>
                <a:gd name="T4" fmla="*/ 54 w 101"/>
                <a:gd name="T5" fmla="*/ 0 h 397"/>
                <a:gd name="T6" fmla="*/ 53 w 101"/>
                <a:gd name="T7" fmla="*/ 0 h 397"/>
                <a:gd name="T8" fmla="*/ 53 w 101"/>
                <a:gd name="T9" fmla="*/ 0 h 397"/>
                <a:gd name="T10" fmla="*/ 5 w 101"/>
                <a:gd name="T11" fmla="*/ 4 h 397"/>
                <a:gd name="T12" fmla="*/ 1 w 101"/>
                <a:gd name="T13" fmla="*/ 355 h 397"/>
                <a:gd name="T14" fmla="*/ 48 w 101"/>
                <a:gd name="T15" fmla="*/ 397 h 397"/>
                <a:gd name="T16" fmla="*/ 48 w 101"/>
                <a:gd name="T17" fmla="*/ 397 h 397"/>
                <a:gd name="T18" fmla="*/ 48 w 101"/>
                <a:gd name="T19" fmla="*/ 397 h 397"/>
                <a:gd name="T20" fmla="*/ 48 w 101"/>
                <a:gd name="T21" fmla="*/ 397 h 397"/>
                <a:gd name="T22" fmla="*/ 48 w 101"/>
                <a:gd name="T23" fmla="*/ 397 h 397"/>
                <a:gd name="T24" fmla="*/ 97 w 101"/>
                <a:gd name="T25" fmla="*/ 356 h 397"/>
                <a:gd name="T26" fmla="*/ 101 w 101"/>
                <a:gd name="T27" fmla="*/ 5 h 397"/>
                <a:gd name="T28" fmla="*/ 54 w 101"/>
                <a:gd name="T2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1" h="397">
                  <a:moveTo>
                    <a:pt x="54" y="0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" y="355"/>
                    <a:pt x="1" y="355"/>
                    <a:pt x="1" y="355"/>
                  </a:cubicBezTo>
                  <a:cubicBezTo>
                    <a:pt x="1" y="355"/>
                    <a:pt x="0" y="396"/>
                    <a:pt x="48" y="397"/>
                  </a:cubicBezTo>
                  <a:cubicBezTo>
                    <a:pt x="48" y="397"/>
                    <a:pt x="48" y="397"/>
                    <a:pt x="48" y="397"/>
                  </a:cubicBezTo>
                  <a:cubicBezTo>
                    <a:pt x="48" y="397"/>
                    <a:pt x="48" y="397"/>
                    <a:pt x="48" y="397"/>
                  </a:cubicBezTo>
                  <a:cubicBezTo>
                    <a:pt x="48" y="397"/>
                    <a:pt x="48" y="397"/>
                    <a:pt x="48" y="397"/>
                  </a:cubicBezTo>
                  <a:cubicBezTo>
                    <a:pt x="48" y="397"/>
                    <a:pt x="48" y="397"/>
                    <a:pt x="48" y="397"/>
                  </a:cubicBezTo>
                  <a:cubicBezTo>
                    <a:pt x="96" y="397"/>
                    <a:pt x="97" y="356"/>
                    <a:pt x="97" y="356"/>
                  </a:cubicBezTo>
                  <a:cubicBezTo>
                    <a:pt x="101" y="5"/>
                    <a:pt x="101" y="5"/>
                    <a:pt x="101" y="5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C193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825DAF52-0BE6-41E6-A6A0-986DAFADD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891"/>
              <a:ext cx="348" cy="57"/>
            </a:xfrm>
            <a:custGeom>
              <a:avLst/>
              <a:gdLst>
                <a:gd name="T0" fmla="*/ 54 w 203"/>
                <a:gd name="T1" fmla="*/ 0 h 33"/>
                <a:gd name="T2" fmla="*/ 54 w 203"/>
                <a:gd name="T3" fmla="*/ 1 h 33"/>
                <a:gd name="T4" fmla="*/ 32 w 203"/>
                <a:gd name="T5" fmla="*/ 9 h 33"/>
                <a:gd name="T6" fmla="*/ 53 w 203"/>
                <a:gd name="T7" fmla="*/ 18 h 33"/>
                <a:gd name="T8" fmla="*/ 101 w 203"/>
                <a:gd name="T9" fmla="*/ 22 h 33"/>
                <a:gd name="T10" fmla="*/ 150 w 203"/>
                <a:gd name="T11" fmla="*/ 19 h 33"/>
                <a:gd name="T12" fmla="*/ 171 w 203"/>
                <a:gd name="T13" fmla="*/ 11 h 33"/>
                <a:gd name="T14" fmla="*/ 149 w 203"/>
                <a:gd name="T15" fmla="*/ 3 h 33"/>
                <a:gd name="T16" fmla="*/ 149 w 203"/>
                <a:gd name="T17" fmla="*/ 2 h 33"/>
                <a:gd name="T18" fmla="*/ 203 w 203"/>
                <a:gd name="T19" fmla="*/ 17 h 33"/>
                <a:gd name="T20" fmla="*/ 150 w 203"/>
                <a:gd name="T21" fmla="*/ 31 h 33"/>
                <a:gd name="T22" fmla="*/ 101 w 203"/>
                <a:gd name="T23" fmla="*/ 32 h 33"/>
                <a:gd name="T24" fmla="*/ 52 w 203"/>
                <a:gd name="T25" fmla="*/ 30 h 33"/>
                <a:gd name="T26" fmla="*/ 0 w 203"/>
                <a:gd name="T27" fmla="*/ 14 h 33"/>
                <a:gd name="T28" fmla="*/ 54 w 203"/>
                <a:gd name="T2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3" h="33">
                  <a:moveTo>
                    <a:pt x="54" y="0"/>
                  </a:moveTo>
                  <a:cubicBezTo>
                    <a:pt x="54" y="1"/>
                    <a:pt x="54" y="1"/>
                    <a:pt x="54" y="1"/>
                  </a:cubicBezTo>
                  <a:cubicBezTo>
                    <a:pt x="40" y="3"/>
                    <a:pt x="32" y="6"/>
                    <a:pt x="32" y="9"/>
                  </a:cubicBezTo>
                  <a:cubicBezTo>
                    <a:pt x="32" y="13"/>
                    <a:pt x="40" y="16"/>
                    <a:pt x="53" y="18"/>
                  </a:cubicBezTo>
                  <a:cubicBezTo>
                    <a:pt x="66" y="20"/>
                    <a:pt x="83" y="22"/>
                    <a:pt x="101" y="22"/>
                  </a:cubicBezTo>
                  <a:cubicBezTo>
                    <a:pt x="120" y="22"/>
                    <a:pt x="137" y="21"/>
                    <a:pt x="150" y="19"/>
                  </a:cubicBezTo>
                  <a:cubicBezTo>
                    <a:pt x="163" y="17"/>
                    <a:pt x="171" y="15"/>
                    <a:pt x="171" y="11"/>
                  </a:cubicBezTo>
                  <a:cubicBezTo>
                    <a:pt x="171" y="8"/>
                    <a:pt x="163" y="5"/>
                    <a:pt x="149" y="3"/>
                  </a:cubicBezTo>
                  <a:cubicBezTo>
                    <a:pt x="149" y="2"/>
                    <a:pt x="149" y="2"/>
                    <a:pt x="149" y="2"/>
                  </a:cubicBezTo>
                  <a:cubicBezTo>
                    <a:pt x="182" y="5"/>
                    <a:pt x="203" y="11"/>
                    <a:pt x="203" y="17"/>
                  </a:cubicBezTo>
                  <a:cubicBezTo>
                    <a:pt x="203" y="23"/>
                    <a:pt x="182" y="29"/>
                    <a:pt x="150" y="31"/>
                  </a:cubicBezTo>
                  <a:cubicBezTo>
                    <a:pt x="136" y="32"/>
                    <a:pt x="119" y="33"/>
                    <a:pt x="101" y="32"/>
                  </a:cubicBezTo>
                  <a:cubicBezTo>
                    <a:pt x="84" y="32"/>
                    <a:pt x="67" y="31"/>
                    <a:pt x="52" y="30"/>
                  </a:cubicBezTo>
                  <a:cubicBezTo>
                    <a:pt x="21" y="26"/>
                    <a:pt x="0" y="21"/>
                    <a:pt x="0" y="14"/>
                  </a:cubicBezTo>
                  <a:cubicBezTo>
                    <a:pt x="0" y="8"/>
                    <a:pt x="21" y="3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A2C5018D-B5FB-47B7-9C22-1A978FD2F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1751"/>
              <a:ext cx="321" cy="51"/>
            </a:xfrm>
            <a:custGeom>
              <a:avLst/>
              <a:gdLst>
                <a:gd name="T0" fmla="*/ 50 w 188"/>
                <a:gd name="T1" fmla="*/ 0 h 30"/>
                <a:gd name="T2" fmla="*/ 50 w 188"/>
                <a:gd name="T3" fmla="*/ 1 h 30"/>
                <a:gd name="T4" fmla="*/ 29 w 188"/>
                <a:gd name="T5" fmla="*/ 9 h 30"/>
                <a:gd name="T6" fmla="*/ 49 w 188"/>
                <a:gd name="T7" fmla="*/ 16 h 30"/>
                <a:gd name="T8" fmla="*/ 94 w 188"/>
                <a:gd name="T9" fmla="*/ 20 h 30"/>
                <a:gd name="T10" fmla="*/ 138 w 188"/>
                <a:gd name="T11" fmla="*/ 18 h 30"/>
                <a:gd name="T12" fmla="*/ 158 w 188"/>
                <a:gd name="T13" fmla="*/ 10 h 30"/>
                <a:gd name="T14" fmla="*/ 138 w 188"/>
                <a:gd name="T15" fmla="*/ 2 h 30"/>
                <a:gd name="T16" fmla="*/ 138 w 188"/>
                <a:gd name="T17" fmla="*/ 1 h 30"/>
                <a:gd name="T18" fmla="*/ 188 w 188"/>
                <a:gd name="T19" fmla="*/ 16 h 30"/>
                <a:gd name="T20" fmla="*/ 139 w 188"/>
                <a:gd name="T21" fmla="*/ 28 h 30"/>
                <a:gd name="T22" fmla="*/ 93 w 188"/>
                <a:gd name="T23" fmla="*/ 30 h 30"/>
                <a:gd name="T24" fmla="*/ 48 w 188"/>
                <a:gd name="T25" fmla="*/ 27 h 30"/>
                <a:gd name="T26" fmla="*/ 0 w 188"/>
                <a:gd name="T27" fmla="*/ 13 h 30"/>
                <a:gd name="T28" fmla="*/ 50 w 188"/>
                <a:gd name="T2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30">
                  <a:moveTo>
                    <a:pt x="50" y="0"/>
                  </a:moveTo>
                  <a:cubicBezTo>
                    <a:pt x="50" y="1"/>
                    <a:pt x="50" y="1"/>
                    <a:pt x="50" y="1"/>
                  </a:cubicBezTo>
                  <a:cubicBezTo>
                    <a:pt x="37" y="3"/>
                    <a:pt x="30" y="5"/>
                    <a:pt x="29" y="9"/>
                  </a:cubicBezTo>
                  <a:cubicBezTo>
                    <a:pt x="29" y="12"/>
                    <a:pt x="37" y="14"/>
                    <a:pt x="49" y="16"/>
                  </a:cubicBezTo>
                  <a:cubicBezTo>
                    <a:pt x="61" y="18"/>
                    <a:pt x="76" y="20"/>
                    <a:pt x="94" y="20"/>
                  </a:cubicBezTo>
                  <a:cubicBezTo>
                    <a:pt x="111" y="20"/>
                    <a:pt x="127" y="19"/>
                    <a:pt x="138" y="18"/>
                  </a:cubicBezTo>
                  <a:cubicBezTo>
                    <a:pt x="150" y="16"/>
                    <a:pt x="158" y="13"/>
                    <a:pt x="158" y="10"/>
                  </a:cubicBezTo>
                  <a:cubicBezTo>
                    <a:pt x="158" y="7"/>
                    <a:pt x="150" y="4"/>
                    <a:pt x="138" y="2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67" y="4"/>
                    <a:pt x="188" y="10"/>
                    <a:pt x="188" y="16"/>
                  </a:cubicBezTo>
                  <a:cubicBezTo>
                    <a:pt x="188" y="21"/>
                    <a:pt x="168" y="26"/>
                    <a:pt x="139" y="28"/>
                  </a:cubicBezTo>
                  <a:cubicBezTo>
                    <a:pt x="125" y="29"/>
                    <a:pt x="110" y="30"/>
                    <a:pt x="93" y="30"/>
                  </a:cubicBezTo>
                  <a:cubicBezTo>
                    <a:pt x="77" y="29"/>
                    <a:pt x="62" y="28"/>
                    <a:pt x="48" y="27"/>
                  </a:cubicBezTo>
                  <a:cubicBezTo>
                    <a:pt x="19" y="24"/>
                    <a:pt x="0" y="19"/>
                    <a:pt x="0" y="13"/>
                  </a:cubicBezTo>
                  <a:cubicBezTo>
                    <a:pt x="0" y="7"/>
                    <a:pt x="20" y="2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35D93239-C6DA-41EF-A906-2E185F6B4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1612"/>
              <a:ext cx="277" cy="43"/>
            </a:xfrm>
            <a:custGeom>
              <a:avLst/>
              <a:gdLst>
                <a:gd name="T0" fmla="*/ 41 w 162"/>
                <a:gd name="T1" fmla="*/ 0 h 25"/>
                <a:gd name="T2" fmla="*/ 41 w 162"/>
                <a:gd name="T3" fmla="*/ 1 h 25"/>
                <a:gd name="T4" fmla="*/ 26 w 162"/>
                <a:gd name="T5" fmla="*/ 7 h 25"/>
                <a:gd name="T6" fmla="*/ 40 w 162"/>
                <a:gd name="T7" fmla="*/ 13 h 25"/>
                <a:gd name="T8" fmla="*/ 81 w 162"/>
                <a:gd name="T9" fmla="*/ 17 h 25"/>
                <a:gd name="T10" fmla="*/ 121 w 162"/>
                <a:gd name="T11" fmla="*/ 14 h 25"/>
                <a:gd name="T12" fmla="*/ 136 w 162"/>
                <a:gd name="T13" fmla="*/ 8 h 25"/>
                <a:gd name="T14" fmla="*/ 121 w 162"/>
                <a:gd name="T15" fmla="*/ 2 h 25"/>
                <a:gd name="T16" fmla="*/ 121 w 162"/>
                <a:gd name="T17" fmla="*/ 1 h 25"/>
                <a:gd name="T18" fmla="*/ 161 w 162"/>
                <a:gd name="T19" fmla="*/ 13 h 25"/>
                <a:gd name="T20" fmla="*/ 122 w 162"/>
                <a:gd name="T21" fmla="*/ 24 h 25"/>
                <a:gd name="T22" fmla="*/ 81 w 162"/>
                <a:gd name="T23" fmla="*/ 25 h 25"/>
                <a:gd name="T24" fmla="*/ 40 w 162"/>
                <a:gd name="T25" fmla="*/ 23 h 25"/>
                <a:gd name="T26" fmla="*/ 0 w 162"/>
                <a:gd name="T27" fmla="*/ 11 h 25"/>
                <a:gd name="T28" fmla="*/ 41 w 162"/>
                <a:gd name="T2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2" h="25">
                  <a:moveTo>
                    <a:pt x="41" y="0"/>
                  </a:moveTo>
                  <a:cubicBezTo>
                    <a:pt x="41" y="1"/>
                    <a:pt x="41" y="1"/>
                    <a:pt x="41" y="1"/>
                  </a:cubicBezTo>
                  <a:cubicBezTo>
                    <a:pt x="31" y="2"/>
                    <a:pt x="26" y="5"/>
                    <a:pt x="26" y="7"/>
                  </a:cubicBezTo>
                  <a:cubicBezTo>
                    <a:pt x="26" y="9"/>
                    <a:pt x="31" y="12"/>
                    <a:pt x="40" y="13"/>
                  </a:cubicBezTo>
                  <a:cubicBezTo>
                    <a:pt x="50" y="15"/>
                    <a:pt x="65" y="17"/>
                    <a:pt x="81" y="17"/>
                  </a:cubicBezTo>
                  <a:cubicBezTo>
                    <a:pt x="97" y="17"/>
                    <a:pt x="111" y="16"/>
                    <a:pt x="121" y="14"/>
                  </a:cubicBezTo>
                  <a:cubicBezTo>
                    <a:pt x="130" y="13"/>
                    <a:pt x="136" y="11"/>
                    <a:pt x="136" y="8"/>
                  </a:cubicBezTo>
                  <a:cubicBezTo>
                    <a:pt x="136" y="6"/>
                    <a:pt x="130" y="4"/>
                    <a:pt x="121" y="2"/>
                  </a:cubicBezTo>
                  <a:cubicBezTo>
                    <a:pt x="121" y="1"/>
                    <a:pt x="121" y="1"/>
                    <a:pt x="121" y="1"/>
                  </a:cubicBezTo>
                  <a:cubicBezTo>
                    <a:pt x="145" y="4"/>
                    <a:pt x="162" y="8"/>
                    <a:pt x="161" y="13"/>
                  </a:cubicBezTo>
                  <a:cubicBezTo>
                    <a:pt x="161" y="18"/>
                    <a:pt x="145" y="22"/>
                    <a:pt x="122" y="24"/>
                  </a:cubicBezTo>
                  <a:cubicBezTo>
                    <a:pt x="110" y="25"/>
                    <a:pt x="96" y="25"/>
                    <a:pt x="81" y="25"/>
                  </a:cubicBezTo>
                  <a:cubicBezTo>
                    <a:pt x="66" y="25"/>
                    <a:pt x="52" y="24"/>
                    <a:pt x="40" y="23"/>
                  </a:cubicBezTo>
                  <a:cubicBezTo>
                    <a:pt x="16" y="20"/>
                    <a:pt x="0" y="16"/>
                    <a:pt x="0" y="11"/>
                  </a:cubicBezTo>
                  <a:cubicBezTo>
                    <a:pt x="0" y="6"/>
                    <a:pt x="17" y="2"/>
                    <a:pt x="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51F34CCF-544B-451A-AABB-3F9F49AAB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737"/>
              <a:ext cx="165" cy="31"/>
            </a:xfrm>
            <a:custGeom>
              <a:avLst/>
              <a:gdLst>
                <a:gd name="T0" fmla="*/ 165 w 165"/>
                <a:gd name="T1" fmla="*/ 31 h 31"/>
                <a:gd name="T2" fmla="*/ 0 w 165"/>
                <a:gd name="T3" fmla="*/ 28 h 31"/>
                <a:gd name="T4" fmla="*/ 0 w 165"/>
                <a:gd name="T5" fmla="*/ 0 h 31"/>
                <a:gd name="T6" fmla="*/ 165 w 165"/>
                <a:gd name="T7" fmla="*/ 4 h 31"/>
                <a:gd name="T8" fmla="*/ 165 w 165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" h="31">
                  <a:moveTo>
                    <a:pt x="165" y="31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165" y="4"/>
                  </a:lnTo>
                  <a:lnTo>
                    <a:pt x="165" y="31"/>
                  </a:lnTo>
                  <a:close/>
                </a:path>
              </a:pathLst>
            </a:custGeom>
            <a:solidFill>
              <a:srgbClr val="C193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CDFD4ED6-17D4-4AC3-BC54-899687ACF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1599"/>
              <a:ext cx="164" cy="29"/>
            </a:xfrm>
            <a:custGeom>
              <a:avLst/>
              <a:gdLst>
                <a:gd name="T0" fmla="*/ 164 w 164"/>
                <a:gd name="T1" fmla="*/ 29 h 29"/>
                <a:gd name="T2" fmla="*/ 0 w 164"/>
                <a:gd name="T3" fmla="*/ 27 h 29"/>
                <a:gd name="T4" fmla="*/ 0 w 164"/>
                <a:gd name="T5" fmla="*/ 0 h 29"/>
                <a:gd name="T6" fmla="*/ 164 w 164"/>
                <a:gd name="T7" fmla="*/ 1 h 29"/>
                <a:gd name="T8" fmla="*/ 164 w 16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29">
                  <a:moveTo>
                    <a:pt x="164" y="29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164" y="1"/>
                  </a:lnTo>
                  <a:lnTo>
                    <a:pt x="164" y="29"/>
                  </a:lnTo>
                  <a:close/>
                </a:path>
              </a:pathLst>
            </a:custGeom>
            <a:solidFill>
              <a:srgbClr val="C193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D093FCA4-46B2-4A91-84CC-4EA29D802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1850"/>
              <a:ext cx="15" cy="404"/>
            </a:xfrm>
            <a:custGeom>
              <a:avLst/>
              <a:gdLst>
                <a:gd name="T0" fmla="*/ 5 w 9"/>
                <a:gd name="T1" fmla="*/ 236 h 236"/>
                <a:gd name="T2" fmla="*/ 5 w 9"/>
                <a:gd name="T3" fmla="*/ 236 h 236"/>
                <a:gd name="T4" fmla="*/ 0 w 9"/>
                <a:gd name="T5" fmla="*/ 232 h 236"/>
                <a:gd name="T6" fmla="*/ 0 w 9"/>
                <a:gd name="T7" fmla="*/ 4 h 236"/>
                <a:gd name="T8" fmla="*/ 5 w 9"/>
                <a:gd name="T9" fmla="*/ 0 h 236"/>
                <a:gd name="T10" fmla="*/ 5 w 9"/>
                <a:gd name="T11" fmla="*/ 0 h 236"/>
                <a:gd name="T12" fmla="*/ 9 w 9"/>
                <a:gd name="T13" fmla="*/ 4 h 236"/>
                <a:gd name="T14" fmla="*/ 9 w 9"/>
                <a:gd name="T15" fmla="*/ 232 h 236"/>
                <a:gd name="T16" fmla="*/ 5 w 9"/>
                <a:gd name="T1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36">
                  <a:moveTo>
                    <a:pt x="5" y="236"/>
                  </a:moveTo>
                  <a:cubicBezTo>
                    <a:pt x="5" y="236"/>
                    <a:pt x="5" y="236"/>
                    <a:pt x="5" y="236"/>
                  </a:cubicBezTo>
                  <a:cubicBezTo>
                    <a:pt x="2" y="236"/>
                    <a:pt x="0" y="234"/>
                    <a:pt x="0" y="23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232"/>
                    <a:pt x="9" y="232"/>
                    <a:pt x="9" y="232"/>
                  </a:cubicBezTo>
                  <a:cubicBezTo>
                    <a:pt x="9" y="234"/>
                    <a:pt x="7" y="236"/>
                    <a:pt x="5" y="2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391715B8-BC64-4AB3-9FCF-CDC50DF83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992"/>
              <a:ext cx="14" cy="404"/>
            </a:xfrm>
            <a:custGeom>
              <a:avLst/>
              <a:gdLst>
                <a:gd name="T0" fmla="*/ 4 w 8"/>
                <a:gd name="T1" fmla="*/ 236 h 236"/>
                <a:gd name="T2" fmla="*/ 4 w 8"/>
                <a:gd name="T3" fmla="*/ 236 h 236"/>
                <a:gd name="T4" fmla="*/ 0 w 8"/>
                <a:gd name="T5" fmla="*/ 232 h 236"/>
                <a:gd name="T6" fmla="*/ 0 w 8"/>
                <a:gd name="T7" fmla="*/ 4 h 236"/>
                <a:gd name="T8" fmla="*/ 4 w 8"/>
                <a:gd name="T9" fmla="*/ 0 h 236"/>
                <a:gd name="T10" fmla="*/ 4 w 8"/>
                <a:gd name="T11" fmla="*/ 0 h 236"/>
                <a:gd name="T12" fmla="*/ 8 w 8"/>
                <a:gd name="T13" fmla="*/ 4 h 236"/>
                <a:gd name="T14" fmla="*/ 8 w 8"/>
                <a:gd name="T15" fmla="*/ 232 h 236"/>
                <a:gd name="T16" fmla="*/ 4 w 8"/>
                <a:gd name="T1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36">
                  <a:moveTo>
                    <a:pt x="4" y="236"/>
                  </a:moveTo>
                  <a:cubicBezTo>
                    <a:pt x="4" y="236"/>
                    <a:pt x="4" y="236"/>
                    <a:pt x="4" y="236"/>
                  </a:cubicBezTo>
                  <a:cubicBezTo>
                    <a:pt x="2" y="236"/>
                    <a:pt x="0" y="234"/>
                    <a:pt x="0" y="23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32"/>
                    <a:pt x="8" y="232"/>
                    <a:pt x="8" y="232"/>
                  </a:cubicBezTo>
                  <a:cubicBezTo>
                    <a:pt x="8" y="234"/>
                    <a:pt x="6" y="236"/>
                    <a:pt x="4" y="2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FAB23E20-C851-4417-B69E-71B602F1D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1621"/>
              <a:ext cx="16" cy="272"/>
            </a:xfrm>
            <a:custGeom>
              <a:avLst/>
              <a:gdLst>
                <a:gd name="T0" fmla="*/ 5 w 9"/>
                <a:gd name="T1" fmla="*/ 159 h 159"/>
                <a:gd name="T2" fmla="*/ 5 w 9"/>
                <a:gd name="T3" fmla="*/ 159 h 159"/>
                <a:gd name="T4" fmla="*/ 0 w 9"/>
                <a:gd name="T5" fmla="*/ 155 h 159"/>
                <a:gd name="T6" fmla="*/ 0 w 9"/>
                <a:gd name="T7" fmla="*/ 4 h 159"/>
                <a:gd name="T8" fmla="*/ 5 w 9"/>
                <a:gd name="T9" fmla="*/ 0 h 159"/>
                <a:gd name="T10" fmla="*/ 5 w 9"/>
                <a:gd name="T11" fmla="*/ 0 h 159"/>
                <a:gd name="T12" fmla="*/ 9 w 9"/>
                <a:gd name="T13" fmla="*/ 4 h 159"/>
                <a:gd name="T14" fmla="*/ 9 w 9"/>
                <a:gd name="T15" fmla="*/ 155 h 159"/>
                <a:gd name="T16" fmla="*/ 5 w 9"/>
                <a:gd name="T17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59">
                  <a:moveTo>
                    <a:pt x="5" y="159"/>
                  </a:moveTo>
                  <a:cubicBezTo>
                    <a:pt x="5" y="159"/>
                    <a:pt x="5" y="159"/>
                    <a:pt x="5" y="159"/>
                  </a:cubicBezTo>
                  <a:cubicBezTo>
                    <a:pt x="2" y="159"/>
                    <a:pt x="0" y="157"/>
                    <a:pt x="0" y="15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155"/>
                    <a:pt x="9" y="155"/>
                    <a:pt x="9" y="155"/>
                  </a:cubicBezTo>
                  <a:cubicBezTo>
                    <a:pt x="9" y="157"/>
                    <a:pt x="7" y="159"/>
                    <a:pt x="5" y="1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4F5D61AA-C03D-4B53-9C84-0CAC1C383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2122"/>
              <a:ext cx="16" cy="175"/>
            </a:xfrm>
            <a:custGeom>
              <a:avLst/>
              <a:gdLst>
                <a:gd name="T0" fmla="*/ 5 w 9"/>
                <a:gd name="T1" fmla="*/ 102 h 102"/>
                <a:gd name="T2" fmla="*/ 5 w 9"/>
                <a:gd name="T3" fmla="*/ 102 h 102"/>
                <a:gd name="T4" fmla="*/ 0 w 9"/>
                <a:gd name="T5" fmla="*/ 98 h 102"/>
                <a:gd name="T6" fmla="*/ 0 w 9"/>
                <a:gd name="T7" fmla="*/ 5 h 102"/>
                <a:gd name="T8" fmla="*/ 5 w 9"/>
                <a:gd name="T9" fmla="*/ 0 h 102"/>
                <a:gd name="T10" fmla="*/ 5 w 9"/>
                <a:gd name="T11" fmla="*/ 0 h 102"/>
                <a:gd name="T12" fmla="*/ 9 w 9"/>
                <a:gd name="T13" fmla="*/ 5 h 102"/>
                <a:gd name="T14" fmla="*/ 9 w 9"/>
                <a:gd name="T15" fmla="*/ 98 h 102"/>
                <a:gd name="T16" fmla="*/ 5 w 9"/>
                <a:gd name="T1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02">
                  <a:moveTo>
                    <a:pt x="5" y="102"/>
                  </a:moveTo>
                  <a:cubicBezTo>
                    <a:pt x="5" y="102"/>
                    <a:pt x="5" y="102"/>
                    <a:pt x="5" y="102"/>
                  </a:cubicBezTo>
                  <a:cubicBezTo>
                    <a:pt x="2" y="102"/>
                    <a:pt x="0" y="100"/>
                    <a:pt x="0" y="9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9" y="100"/>
                    <a:pt x="7" y="102"/>
                    <a:pt x="5" y="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82AE5F44-9019-446D-A900-0025215E3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" y="1898"/>
              <a:ext cx="14" cy="390"/>
            </a:xfrm>
            <a:custGeom>
              <a:avLst/>
              <a:gdLst>
                <a:gd name="T0" fmla="*/ 4 w 8"/>
                <a:gd name="T1" fmla="*/ 228 h 228"/>
                <a:gd name="T2" fmla="*/ 4 w 8"/>
                <a:gd name="T3" fmla="*/ 228 h 228"/>
                <a:gd name="T4" fmla="*/ 8 w 8"/>
                <a:gd name="T5" fmla="*/ 224 h 228"/>
                <a:gd name="T6" fmla="*/ 8 w 8"/>
                <a:gd name="T7" fmla="*/ 4 h 228"/>
                <a:gd name="T8" fmla="*/ 4 w 8"/>
                <a:gd name="T9" fmla="*/ 0 h 228"/>
                <a:gd name="T10" fmla="*/ 4 w 8"/>
                <a:gd name="T11" fmla="*/ 0 h 228"/>
                <a:gd name="T12" fmla="*/ 0 w 8"/>
                <a:gd name="T13" fmla="*/ 4 h 228"/>
                <a:gd name="T14" fmla="*/ 0 w 8"/>
                <a:gd name="T15" fmla="*/ 224 h 228"/>
                <a:gd name="T16" fmla="*/ 4 w 8"/>
                <a:gd name="T17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28">
                  <a:moveTo>
                    <a:pt x="4" y="228"/>
                  </a:moveTo>
                  <a:cubicBezTo>
                    <a:pt x="4" y="228"/>
                    <a:pt x="4" y="228"/>
                    <a:pt x="4" y="228"/>
                  </a:cubicBezTo>
                  <a:cubicBezTo>
                    <a:pt x="6" y="228"/>
                    <a:pt x="8" y="226"/>
                    <a:pt x="8" y="22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226"/>
                    <a:pt x="2" y="228"/>
                    <a:pt x="4" y="2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A8867190-69B5-408F-A405-745747D32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" y="2037"/>
              <a:ext cx="15" cy="390"/>
            </a:xfrm>
            <a:custGeom>
              <a:avLst/>
              <a:gdLst>
                <a:gd name="T0" fmla="*/ 4 w 9"/>
                <a:gd name="T1" fmla="*/ 228 h 228"/>
                <a:gd name="T2" fmla="*/ 4 w 9"/>
                <a:gd name="T3" fmla="*/ 228 h 228"/>
                <a:gd name="T4" fmla="*/ 9 w 9"/>
                <a:gd name="T5" fmla="*/ 224 h 228"/>
                <a:gd name="T6" fmla="*/ 9 w 9"/>
                <a:gd name="T7" fmla="*/ 4 h 228"/>
                <a:gd name="T8" fmla="*/ 4 w 9"/>
                <a:gd name="T9" fmla="*/ 0 h 228"/>
                <a:gd name="T10" fmla="*/ 4 w 9"/>
                <a:gd name="T11" fmla="*/ 0 h 228"/>
                <a:gd name="T12" fmla="*/ 0 w 9"/>
                <a:gd name="T13" fmla="*/ 4 h 228"/>
                <a:gd name="T14" fmla="*/ 0 w 9"/>
                <a:gd name="T15" fmla="*/ 224 h 228"/>
                <a:gd name="T16" fmla="*/ 4 w 9"/>
                <a:gd name="T17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28">
                  <a:moveTo>
                    <a:pt x="4" y="228"/>
                  </a:moveTo>
                  <a:cubicBezTo>
                    <a:pt x="4" y="228"/>
                    <a:pt x="4" y="228"/>
                    <a:pt x="4" y="228"/>
                  </a:cubicBezTo>
                  <a:cubicBezTo>
                    <a:pt x="7" y="228"/>
                    <a:pt x="9" y="226"/>
                    <a:pt x="9" y="22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226"/>
                    <a:pt x="2" y="228"/>
                    <a:pt x="4" y="2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219551BF-C631-4397-8C40-6D13FA325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1677"/>
              <a:ext cx="15" cy="264"/>
            </a:xfrm>
            <a:custGeom>
              <a:avLst/>
              <a:gdLst>
                <a:gd name="T0" fmla="*/ 4 w 9"/>
                <a:gd name="T1" fmla="*/ 154 h 154"/>
                <a:gd name="T2" fmla="*/ 4 w 9"/>
                <a:gd name="T3" fmla="*/ 154 h 154"/>
                <a:gd name="T4" fmla="*/ 9 w 9"/>
                <a:gd name="T5" fmla="*/ 150 h 154"/>
                <a:gd name="T6" fmla="*/ 9 w 9"/>
                <a:gd name="T7" fmla="*/ 4 h 154"/>
                <a:gd name="T8" fmla="*/ 4 w 9"/>
                <a:gd name="T9" fmla="*/ 0 h 154"/>
                <a:gd name="T10" fmla="*/ 4 w 9"/>
                <a:gd name="T11" fmla="*/ 0 h 154"/>
                <a:gd name="T12" fmla="*/ 0 w 9"/>
                <a:gd name="T13" fmla="*/ 4 h 154"/>
                <a:gd name="T14" fmla="*/ 0 w 9"/>
                <a:gd name="T15" fmla="*/ 150 h 154"/>
                <a:gd name="T16" fmla="*/ 4 w 9"/>
                <a:gd name="T17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54">
                  <a:moveTo>
                    <a:pt x="4" y="154"/>
                  </a:moveTo>
                  <a:cubicBezTo>
                    <a:pt x="4" y="154"/>
                    <a:pt x="4" y="154"/>
                    <a:pt x="4" y="154"/>
                  </a:cubicBezTo>
                  <a:cubicBezTo>
                    <a:pt x="7" y="154"/>
                    <a:pt x="9" y="152"/>
                    <a:pt x="9" y="15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2"/>
                    <a:pt x="2" y="154"/>
                    <a:pt x="4" y="1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4" name="Freeform 71">
              <a:extLst>
                <a:ext uri="{FF2B5EF4-FFF2-40B4-BE49-F238E27FC236}">
                  <a16:creationId xmlns:a16="http://schemas.microsoft.com/office/drawing/2014/main" id="{CD52BF8C-737C-4CD2-AC2A-02A4AB56C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162"/>
              <a:ext cx="15" cy="169"/>
            </a:xfrm>
            <a:custGeom>
              <a:avLst/>
              <a:gdLst>
                <a:gd name="T0" fmla="*/ 5 w 9"/>
                <a:gd name="T1" fmla="*/ 99 h 99"/>
                <a:gd name="T2" fmla="*/ 5 w 9"/>
                <a:gd name="T3" fmla="*/ 99 h 99"/>
                <a:gd name="T4" fmla="*/ 9 w 9"/>
                <a:gd name="T5" fmla="*/ 94 h 99"/>
                <a:gd name="T6" fmla="*/ 9 w 9"/>
                <a:gd name="T7" fmla="*/ 4 h 99"/>
                <a:gd name="T8" fmla="*/ 5 w 9"/>
                <a:gd name="T9" fmla="*/ 0 h 99"/>
                <a:gd name="T10" fmla="*/ 5 w 9"/>
                <a:gd name="T11" fmla="*/ 0 h 99"/>
                <a:gd name="T12" fmla="*/ 0 w 9"/>
                <a:gd name="T13" fmla="*/ 4 h 99"/>
                <a:gd name="T14" fmla="*/ 0 w 9"/>
                <a:gd name="T15" fmla="*/ 94 h 99"/>
                <a:gd name="T16" fmla="*/ 5 w 9"/>
                <a:gd name="T1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99">
                  <a:moveTo>
                    <a:pt x="5" y="99"/>
                  </a:moveTo>
                  <a:cubicBezTo>
                    <a:pt x="5" y="99"/>
                    <a:pt x="5" y="99"/>
                    <a:pt x="5" y="99"/>
                  </a:cubicBezTo>
                  <a:cubicBezTo>
                    <a:pt x="7" y="99"/>
                    <a:pt x="9" y="97"/>
                    <a:pt x="9" y="9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2" y="99"/>
                    <a:pt x="5" y="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5" name="Freeform 72">
              <a:extLst>
                <a:ext uri="{FF2B5EF4-FFF2-40B4-BE49-F238E27FC236}">
                  <a16:creationId xmlns:a16="http://schemas.microsoft.com/office/drawing/2014/main" id="{5C3937DA-3A2D-434E-AF2F-044FC0EF7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593"/>
              <a:ext cx="65" cy="65"/>
            </a:xfrm>
            <a:custGeom>
              <a:avLst/>
              <a:gdLst>
                <a:gd name="T0" fmla="*/ 33 w 38"/>
                <a:gd name="T1" fmla="*/ 27 h 38"/>
                <a:gd name="T2" fmla="*/ 11 w 38"/>
                <a:gd name="T3" fmla="*/ 33 h 38"/>
                <a:gd name="T4" fmla="*/ 4 w 38"/>
                <a:gd name="T5" fmla="*/ 11 h 38"/>
                <a:gd name="T6" fmla="*/ 27 w 38"/>
                <a:gd name="T7" fmla="*/ 4 h 38"/>
                <a:gd name="T8" fmla="*/ 33 w 38"/>
                <a:gd name="T9" fmla="*/ 2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33" y="27"/>
                  </a:moveTo>
                  <a:cubicBezTo>
                    <a:pt x="29" y="35"/>
                    <a:pt x="19" y="38"/>
                    <a:pt x="11" y="33"/>
                  </a:cubicBezTo>
                  <a:cubicBezTo>
                    <a:pt x="3" y="29"/>
                    <a:pt x="0" y="19"/>
                    <a:pt x="4" y="11"/>
                  </a:cubicBezTo>
                  <a:cubicBezTo>
                    <a:pt x="9" y="3"/>
                    <a:pt x="19" y="0"/>
                    <a:pt x="27" y="4"/>
                  </a:cubicBezTo>
                  <a:cubicBezTo>
                    <a:pt x="35" y="9"/>
                    <a:pt x="38" y="19"/>
                    <a:pt x="33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6" name="Freeform 73">
              <a:extLst>
                <a:ext uri="{FF2B5EF4-FFF2-40B4-BE49-F238E27FC236}">
                  <a16:creationId xmlns:a16="http://schemas.microsoft.com/office/drawing/2014/main" id="{EB509FA6-98D9-4BB1-939A-968CE1631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203"/>
              <a:ext cx="36" cy="38"/>
            </a:xfrm>
            <a:custGeom>
              <a:avLst/>
              <a:gdLst>
                <a:gd name="T0" fmla="*/ 20 w 21"/>
                <a:gd name="T1" fmla="*/ 9 h 22"/>
                <a:gd name="T2" fmla="*/ 12 w 21"/>
                <a:gd name="T3" fmla="*/ 20 h 22"/>
                <a:gd name="T4" fmla="*/ 1 w 21"/>
                <a:gd name="T5" fmla="*/ 13 h 22"/>
                <a:gd name="T6" fmla="*/ 8 w 21"/>
                <a:gd name="T7" fmla="*/ 1 h 22"/>
                <a:gd name="T8" fmla="*/ 20 w 21"/>
                <a:gd name="T9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2">
                  <a:moveTo>
                    <a:pt x="20" y="9"/>
                  </a:moveTo>
                  <a:cubicBezTo>
                    <a:pt x="21" y="14"/>
                    <a:pt x="17" y="19"/>
                    <a:pt x="12" y="20"/>
                  </a:cubicBezTo>
                  <a:cubicBezTo>
                    <a:pt x="7" y="22"/>
                    <a:pt x="2" y="18"/>
                    <a:pt x="1" y="13"/>
                  </a:cubicBezTo>
                  <a:cubicBezTo>
                    <a:pt x="0" y="8"/>
                    <a:pt x="3" y="3"/>
                    <a:pt x="8" y="1"/>
                  </a:cubicBezTo>
                  <a:cubicBezTo>
                    <a:pt x="13" y="0"/>
                    <a:pt x="19" y="4"/>
                    <a:pt x="2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7" name="Freeform 74">
              <a:extLst>
                <a:ext uri="{FF2B5EF4-FFF2-40B4-BE49-F238E27FC236}">
                  <a16:creationId xmlns:a16="http://schemas.microsoft.com/office/drawing/2014/main" id="{EBC84BA5-FFAC-4EB9-A91C-2501D628D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2408"/>
              <a:ext cx="37" cy="38"/>
            </a:xfrm>
            <a:custGeom>
              <a:avLst/>
              <a:gdLst>
                <a:gd name="T0" fmla="*/ 20 w 22"/>
                <a:gd name="T1" fmla="*/ 16 h 22"/>
                <a:gd name="T2" fmla="*/ 7 w 22"/>
                <a:gd name="T3" fmla="*/ 20 h 22"/>
                <a:gd name="T4" fmla="*/ 3 w 22"/>
                <a:gd name="T5" fmla="*/ 7 h 22"/>
                <a:gd name="T6" fmla="*/ 16 w 22"/>
                <a:gd name="T7" fmla="*/ 3 h 22"/>
                <a:gd name="T8" fmla="*/ 20 w 22"/>
                <a:gd name="T9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2">
                  <a:moveTo>
                    <a:pt x="20" y="16"/>
                  </a:moveTo>
                  <a:cubicBezTo>
                    <a:pt x="17" y="21"/>
                    <a:pt x="11" y="22"/>
                    <a:pt x="7" y="20"/>
                  </a:cubicBezTo>
                  <a:cubicBezTo>
                    <a:pt x="2" y="17"/>
                    <a:pt x="0" y="11"/>
                    <a:pt x="3" y="7"/>
                  </a:cubicBezTo>
                  <a:cubicBezTo>
                    <a:pt x="5" y="2"/>
                    <a:pt x="11" y="0"/>
                    <a:pt x="16" y="3"/>
                  </a:cubicBezTo>
                  <a:cubicBezTo>
                    <a:pt x="21" y="5"/>
                    <a:pt x="22" y="11"/>
                    <a:pt x="2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8" name="Freeform 75">
              <a:extLst>
                <a:ext uri="{FF2B5EF4-FFF2-40B4-BE49-F238E27FC236}">
                  <a16:creationId xmlns:a16="http://schemas.microsoft.com/office/drawing/2014/main" id="{D5C274DD-72DA-4A0F-BB7C-3393CE7A1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2475"/>
              <a:ext cx="67" cy="67"/>
            </a:xfrm>
            <a:custGeom>
              <a:avLst/>
              <a:gdLst>
                <a:gd name="T0" fmla="*/ 37 w 39"/>
                <a:gd name="T1" fmla="*/ 15 h 39"/>
                <a:gd name="T2" fmla="*/ 23 w 39"/>
                <a:gd name="T3" fmla="*/ 37 h 39"/>
                <a:gd name="T4" fmla="*/ 2 w 39"/>
                <a:gd name="T5" fmla="*/ 23 h 39"/>
                <a:gd name="T6" fmla="*/ 15 w 39"/>
                <a:gd name="T7" fmla="*/ 2 h 39"/>
                <a:gd name="T8" fmla="*/ 37 w 39"/>
                <a:gd name="T9" fmla="*/ 1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9">
                  <a:moveTo>
                    <a:pt x="37" y="15"/>
                  </a:moveTo>
                  <a:cubicBezTo>
                    <a:pt x="39" y="25"/>
                    <a:pt x="33" y="35"/>
                    <a:pt x="23" y="37"/>
                  </a:cubicBezTo>
                  <a:cubicBezTo>
                    <a:pt x="13" y="39"/>
                    <a:pt x="4" y="33"/>
                    <a:pt x="2" y="23"/>
                  </a:cubicBezTo>
                  <a:cubicBezTo>
                    <a:pt x="0" y="13"/>
                    <a:pt x="6" y="4"/>
                    <a:pt x="15" y="2"/>
                  </a:cubicBezTo>
                  <a:cubicBezTo>
                    <a:pt x="25" y="0"/>
                    <a:pt x="35" y="6"/>
                    <a:pt x="37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id="{0268DE75-61E5-45CD-BFB3-962D65250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2331"/>
              <a:ext cx="22" cy="22"/>
            </a:xfrm>
            <a:custGeom>
              <a:avLst/>
              <a:gdLst>
                <a:gd name="T0" fmla="*/ 11 w 13"/>
                <a:gd name="T1" fmla="*/ 9 h 13"/>
                <a:gd name="T2" fmla="*/ 3 w 13"/>
                <a:gd name="T3" fmla="*/ 11 h 13"/>
                <a:gd name="T4" fmla="*/ 1 w 13"/>
                <a:gd name="T5" fmla="*/ 3 h 13"/>
                <a:gd name="T6" fmla="*/ 9 w 13"/>
                <a:gd name="T7" fmla="*/ 1 h 13"/>
                <a:gd name="T8" fmla="*/ 11 w 13"/>
                <a:gd name="T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1" y="9"/>
                  </a:moveTo>
                  <a:cubicBezTo>
                    <a:pt x="10" y="12"/>
                    <a:pt x="6" y="13"/>
                    <a:pt x="3" y="11"/>
                  </a:cubicBezTo>
                  <a:cubicBezTo>
                    <a:pt x="1" y="10"/>
                    <a:pt x="0" y="6"/>
                    <a:pt x="1" y="3"/>
                  </a:cubicBezTo>
                  <a:cubicBezTo>
                    <a:pt x="3" y="1"/>
                    <a:pt x="6" y="0"/>
                    <a:pt x="9" y="1"/>
                  </a:cubicBezTo>
                  <a:cubicBezTo>
                    <a:pt x="12" y="3"/>
                    <a:pt x="13" y="6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0" name="Freeform 77">
              <a:extLst>
                <a:ext uri="{FF2B5EF4-FFF2-40B4-BE49-F238E27FC236}">
                  <a16:creationId xmlns:a16="http://schemas.microsoft.com/office/drawing/2014/main" id="{24A7760C-9644-4218-ADB8-291AD7BAD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2728"/>
              <a:ext cx="39" cy="40"/>
            </a:xfrm>
            <a:custGeom>
              <a:avLst/>
              <a:gdLst>
                <a:gd name="T0" fmla="*/ 20 w 23"/>
                <a:gd name="T1" fmla="*/ 16 h 23"/>
                <a:gd name="T2" fmla="*/ 6 w 23"/>
                <a:gd name="T3" fmla="*/ 20 h 23"/>
                <a:gd name="T4" fmla="*/ 3 w 23"/>
                <a:gd name="T5" fmla="*/ 7 h 23"/>
                <a:gd name="T6" fmla="*/ 16 w 23"/>
                <a:gd name="T7" fmla="*/ 3 h 23"/>
                <a:gd name="T8" fmla="*/ 20 w 23"/>
                <a:gd name="T9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20" y="16"/>
                  </a:moveTo>
                  <a:cubicBezTo>
                    <a:pt x="18" y="21"/>
                    <a:pt x="11" y="23"/>
                    <a:pt x="6" y="20"/>
                  </a:cubicBezTo>
                  <a:cubicBezTo>
                    <a:pt x="2" y="18"/>
                    <a:pt x="0" y="11"/>
                    <a:pt x="3" y="7"/>
                  </a:cubicBezTo>
                  <a:cubicBezTo>
                    <a:pt x="5" y="2"/>
                    <a:pt x="11" y="0"/>
                    <a:pt x="16" y="3"/>
                  </a:cubicBezTo>
                  <a:cubicBezTo>
                    <a:pt x="21" y="5"/>
                    <a:pt x="23" y="12"/>
                    <a:pt x="2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1" name="Freeform 78">
              <a:extLst>
                <a:ext uri="{FF2B5EF4-FFF2-40B4-BE49-F238E27FC236}">
                  <a16:creationId xmlns:a16="http://schemas.microsoft.com/office/drawing/2014/main" id="{739238C8-EF9E-4342-A8B1-C3EE8A5ED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7" y="2408"/>
              <a:ext cx="65" cy="65"/>
            </a:xfrm>
            <a:custGeom>
              <a:avLst/>
              <a:gdLst>
                <a:gd name="T0" fmla="*/ 5 w 38"/>
                <a:gd name="T1" fmla="*/ 27 h 38"/>
                <a:gd name="T2" fmla="*/ 27 w 38"/>
                <a:gd name="T3" fmla="*/ 33 h 38"/>
                <a:gd name="T4" fmla="*/ 34 w 38"/>
                <a:gd name="T5" fmla="*/ 11 h 38"/>
                <a:gd name="T6" fmla="*/ 11 w 38"/>
                <a:gd name="T7" fmla="*/ 4 h 38"/>
                <a:gd name="T8" fmla="*/ 5 w 38"/>
                <a:gd name="T9" fmla="*/ 2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5" y="27"/>
                  </a:moveTo>
                  <a:cubicBezTo>
                    <a:pt x="9" y="35"/>
                    <a:pt x="19" y="38"/>
                    <a:pt x="27" y="33"/>
                  </a:cubicBezTo>
                  <a:cubicBezTo>
                    <a:pt x="35" y="29"/>
                    <a:pt x="38" y="19"/>
                    <a:pt x="34" y="11"/>
                  </a:cubicBezTo>
                  <a:cubicBezTo>
                    <a:pt x="29" y="3"/>
                    <a:pt x="19" y="0"/>
                    <a:pt x="11" y="4"/>
                  </a:cubicBezTo>
                  <a:cubicBezTo>
                    <a:pt x="3" y="9"/>
                    <a:pt x="0" y="19"/>
                    <a:pt x="5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01A6E125-3439-4B3A-AF9D-458D635C4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2018"/>
              <a:ext cx="36" cy="36"/>
            </a:xfrm>
            <a:custGeom>
              <a:avLst/>
              <a:gdLst>
                <a:gd name="T0" fmla="*/ 1 w 21"/>
                <a:gd name="T1" fmla="*/ 9 h 21"/>
                <a:gd name="T2" fmla="*/ 9 w 21"/>
                <a:gd name="T3" fmla="*/ 20 h 21"/>
                <a:gd name="T4" fmla="*/ 20 w 21"/>
                <a:gd name="T5" fmla="*/ 13 h 21"/>
                <a:gd name="T6" fmla="*/ 13 w 21"/>
                <a:gd name="T7" fmla="*/ 1 h 21"/>
                <a:gd name="T8" fmla="*/ 1 w 21"/>
                <a:gd name="T9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1" y="9"/>
                  </a:moveTo>
                  <a:cubicBezTo>
                    <a:pt x="0" y="14"/>
                    <a:pt x="3" y="19"/>
                    <a:pt x="9" y="20"/>
                  </a:cubicBezTo>
                  <a:cubicBezTo>
                    <a:pt x="14" y="21"/>
                    <a:pt x="19" y="18"/>
                    <a:pt x="20" y="13"/>
                  </a:cubicBezTo>
                  <a:cubicBezTo>
                    <a:pt x="21" y="8"/>
                    <a:pt x="18" y="2"/>
                    <a:pt x="13" y="1"/>
                  </a:cubicBezTo>
                  <a:cubicBezTo>
                    <a:pt x="7" y="0"/>
                    <a:pt x="2" y="4"/>
                    <a:pt x="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3" name="Freeform 80">
              <a:extLst>
                <a:ext uri="{FF2B5EF4-FFF2-40B4-BE49-F238E27FC236}">
                  <a16:creationId xmlns:a16="http://schemas.microsoft.com/office/drawing/2014/main" id="{10A8E614-3502-407A-93B8-7AAC403B0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223"/>
              <a:ext cx="39" cy="38"/>
            </a:xfrm>
            <a:custGeom>
              <a:avLst/>
              <a:gdLst>
                <a:gd name="T0" fmla="*/ 3 w 23"/>
                <a:gd name="T1" fmla="*/ 16 h 22"/>
                <a:gd name="T2" fmla="*/ 16 w 23"/>
                <a:gd name="T3" fmla="*/ 20 h 22"/>
                <a:gd name="T4" fmla="*/ 20 w 23"/>
                <a:gd name="T5" fmla="*/ 7 h 22"/>
                <a:gd name="T6" fmla="*/ 7 w 23"/>
                <a:gd name="T7" fmla="*/ 3 h 22"/>
                <a:gd name="T8" fmla="*/ 3 w 23"/>
                <a:gd name="T9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2">
                  <a:moveTo>
                    <a:pt x="3" y="16"/>
                  </a:moveTo>
                  <a:cubicBezTo>
                    <a:pt x="6" y="21"/>
                    <a:pt x="12" y="22"/>
                    <a:pt x="16" y="20"/>
                  </a:cubicBezTo>
                  <a:cubicBezTo>
                    <a:pt x="21" y="17"/>
                    <a:pt x="23" y="11"/>
                    <a:pt x="20" y="7"/>
                  </a:cubicBezTo>
                  <a:cubicBezTo>
                    <a:pt x="17" y="2"/>
                    <a:pt x="12" y="0"/>
                    <a:pt x="7" y="3"/>
                  </a:cubicBezTo>
                  <a:cubicBezTo>
                    <a:pt x="2" y="5"/>
                    <a:pt x="0" y="11"/>
                    <a:pt x="3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id="{A3EFF625-156B-4F46-ABF6-83CA0F093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1" y="2290"/>
              <a:ext cx="67" cy="67"/>
            </a:xfrm>
            <a:custGeom>
              <a:avLst/>
              <a:gdLst>
                <a:gd name="T0" fmla="*/ 2 w 39"/>
                <a:gd name="T1" fmla="*/ 15 h 39"/>
                <a:gd name="T2" fmla="*/ 16 w 39"/>
                <a:gd name="T3" fmla="*/ 37 h 39"/>
                <a:gd name="T4" fmla="*/ 37 w 39"/>
                <a:gd name="T5" fmla="*/ 23 h 39"/>
                <a:gd name="T6" fmla="*/ 23 w 39"/>
                <a:gd name="T7" fmla="*/ 2 h 39"/>
                <a:gd name="T8" fmla="*/ 2 w 39"/>
                <a:gd name="T9" fmla="*/ 1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9">
                  <a:moveTo>
                    <a:pt x="2" y="15"/>
                  </a:moveTo>
                  <a:cubicBezTo>
                    <a:pt x="0" y="25"/>
                    <a:pt x="6" y="35"/>
                    <a:pt x="16" y="37"/>
                  </a:cubicBezTo>
                  <a:cubicBezTo>
                    <a:pt x="25" y="39"/>
                    <a:pt x="35" y="33"/>
                    <a:pt x="37" y="23"/>
                  </a:cubicBezTo>
                  <a:cubicBezTo>
                    <a:pt x="39" y="13"/>
                    <a:pt x="33" y="4"/>
                    <a:pt x="23" y="2"/>
                  </a:cubicBezTo>
                  <a:cubicBezTo>
                    <a:pt x="14" y="0"/>
                    <a:pt x="4" y="6"/>
                    <a:pt x="2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5" name="Freeform 82">
              <a:extLst>
                <a:ext uri="{FF2B5EF4-FFF2-40B4-BE49-F238E27FC236}">
                  <a16:creationId xmlns:a16="http://schemas.microsoft.com/office/drawing/2014/main" id="{521AF671-76AE-49D0-99EE-660CCAFF9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2146"/>
              <a:ext cx="22" cy="23"/>
            </a:xfrm>
            <a:custGeom>
              <a:avLst/>
              <a:gdLst>
                <a:gd name="T0" fmla="*/ 2 w 13"/>
                <a:gd name="T1" fmla="*/ 9 h 13"/>
                <a:gd name="T2" fmla="*/ 9 w 13"/>
                <a:gd name="T3" fmla="*/ 11 h 13"/>
                <a:gd name="T4" fmla="*/ 12 w 13"/>
                <a:gd name="T5" fmla="*/ 3 h 13"/>
                <a:gd name="T6" fmla="*/ 4 w 13"/>
                <a:gd name="T7" fmla="*/ 1 h 13"/>
                <a:gd name="T8" fmla="*/ 2 w 13"/>
                <a:gd name="T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2" y="9"/>
                  </a:moveTo>
                  <a:cubicBezTo>
                    <a:pt x="3" y="12"/>
                    <a:pt x="7" y="13"/>
                    <a:pt x="9" y="11"/>
                  </a:cubicBezTo>
                  <a:cubicBezTo>
                    <a:pt x="12" y="10"/>
                    <a:pt x="13" y="6"/>
                    <a:pt x="12" y="3"/>
                  </a:cubicBezTo>
                  <a:cubicBezTo>
                    <a:pt x="10" y="1"/>
                    <a:pt x="7" y="0"/>
                    <a:pt x="4" y="1"/>
                  </a:cubicBezTo>
                  <a:cubicBezTo>
                    <a:pt x="1" y="3"/>
                    <a:pt x="0" y="6"/>
                    <a:pt x="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6" name="Freeform 83">
              <a:extLst>
                <a:ext uri="{FF2B5EF4-FFF2-40B4-BE49-F238E27FC236}">
                  <a16:creationId xmlns:a16="http://schemas.microsoft.com/office/drawing/2014/main" id="{E34AA856-455E-4356-B1C0-E01026FE9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543"/>
              <a:ext cx="39" cy="40"/>
            </a:xfrm>
            <a:custGeom>
              <a:avLst/>
              <a:gdLst>
                <a:gd name="T0" fmla="*/ 3 w 23"/>
                <a:gd name="T1" fmla="*/ 16 h 23"/>
                <a:gd name="T2" fmla="*/ 16 w 23"/>
                <a:gd name="T3" fmla="*/ 20 h 23"/>
                <a:gd name="T4" fmla="*/ 20 w 23"/>
                <a:gd name="T5" fmla="*/ 7 h 23"/>
                <a:gd name="T6" fmla="*/ 6 w 23"/>
                <a:gd name="T7" fmla="*/ 3 h 23"/>
                <a:gd name="T8" fmla="*/ 3 w 23"/>
                <a:gd name="T9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3" y="16"/>
                  </a:moveTo>
                  <a:cubicBezTo>
                    <a:pt x="5" y="21"/>
                    <a:pt x="11" y="23"/>
                    <a:pt x="16" y="20"/>
                  </a:cubicBezTo>
                  <a:cubicBezTo>
                    <a:pt x="21" y="18"/>
                    <a:pt x="23" y="11"/>
                    <a:pt x="20" y="7"/>
                  </a:cubicBezTo>
                  <a:cubicBezTo>
                    <a:pt x="18" y="2"/>
                    <a:pt x="11" y="0"/>
                    <a:pt x="6" y="3"/>
                  </a:cubicBezTo>
                  <a:cubicBezTo>
                    <a:pt x="2" y="5"/>
                    <a:pt x="0" y="12"/>
                    <a:pt x="3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7" name="Freeform 84">
              <a:extLst>
                <a:ext uri="{FF2B5EF4-FFF2-40B4-BE49-F238E27FC236}">
                  <a16:creationId xmlns:a16="http://schemas.microsoft.com/office/drawing/2014/main" id="{6DE40FB2-75F7-4CBF-A2E8-FE584EDE8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171"/>
              <a:ext cx="858" cy="1429"/>
            </a:xfrm>
            <a:custGeom>
              <a:avLst/>
              <a:gdLst>
                <a:gd name="T0" fmla="*/ 262 w 501"/>
                <a:gd name="T1" fmla="*/ 0 h 835"/>
                <a:gd name="T2" fmla="*/ 262 w 501"/>
                <a:gd name="T3" fmla="*/ 0 h 835"/>
                <a:gd name="T4" fmla="*/ 261 w 501"/>
                <a:gd name="T5" fmla="*/ 0 h 835"/>
                <a:gd name="T6" fmla="*/ 260 w 501"/>
                <a:gd name="T7" fmla="*/ 0 h 835"/>
                <a:gd name="T8" fmla="*/ 260 w 501"/>
                <a:gd name="T9" fmla="*/ 0 h 835"/>
                <a:gd name="T10" fmla="*/ 14 w 501"/>
                <a:gd name="T11" fmla="*/ 774 h 835"/>
                <a:gd name="T12" fmla="*/ 249 w 501"/>
                <a:gd name="T13" fmla="*/ 830 h 835"/>
                <a:gd name="T14" fmla="*/ 486 w 501"/>
                <a:gd name="T15" fmla="*/ 781 h 835"/>
                <a:gd name="T16" fmla="*/ 262 w 501"/>
                <a:gd name="T17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1" h="835">
                  <a:moveTo>
                    <a:pt x="262" y="0"/>
                  </a:moveTo>
                  <a:cubicBezTo>
                    <a:pt x="262" y="0"/>
                    <a:pt x="262" y="0"/>
                    <a:pt x="262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80" y="2"/>
                    <a:pt x="0" y="716"/>
                    <a:pt x="14" y="774"/>
                  </a:cubicBezTo>
                  <a:cubicBezTo>
                    <a:pt x="27" y="829"/>
                    <a:pt x="219" y="830"/>
                    <a:pt x="249" y="830"/>
                  </a:cubicBezTo>
                  <a:cubicBezTo>
                    <a:pt x="279" y="831"/>
                    <a:pt x="472" y="835"/>
                    <a:pt x="486" y="781"/>
                  </a:cubicBezTo>
                  <a:cubicBezTo>
                    <a:pt x="501" y="723"/>
                    <a:pt x="441" y="7"/>
                    <a:pt x="262" y="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00C06589-956E-48D2-AD71-4B90650F4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" y="810"/>
              <a:ext cx="830" cy="790"/>
            </a:xfrm>
            <a:custGeom>
              <a:avLst/>
              <a:gdLst>
                <a:gd name="T0" fmla="*/ 46 w 485"/>
                <a:gd name="T1" fmla="*/ 43 h 462"/>
                <a:gd name="T2" fmla="*/ 6 w 485"/>
                <a:gd name="T3" fmla="*/ 401 h 462"/>
                <a:gd name="T4" fmla="*/ 241 w 485"/>
                <a:gd name="T5" fmla="*/ 457 h 462"/>
                <a:gd name="T6" fmla="*/ 478 w 485"/>
                <a:gd name="T7" fmla="*/ 408 h 462"/>
                <a:gd name="T8" fmla="*/ 448 w 485"/>
                <a:gd name="T9" fmla="*/ 49 h 462"/>
                <a:gd name="T10" fmla="*/ 46 w 485"/>
                <a:gd name="T11" fmla="*/ 43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5" h="462">
                  <a:moveTo>
                    <a:pt x="46" y="43"/>
                  </a:moveTo>
                  <a:cubicBezTo>
                    <a:pt x="13" y="212"/>
                    <a:pt x="0" y="375"/>
                    <a:pt x="6" y="401"/>
                  </a:cubicBezTo>
                  <a:cubicBezTo>
                    <a:pt x="19" y="456"/>
                    <a:pt x="211" y="457"/>
                    <a:pt x="241" y="457"/>
                  </a:cubicBezTo>
                  <a:cubicBezTo>
                    <a:pt x="271" y="458"/>
                    <a:pt x="464" y="462"/>
                    <a:pt x="478" y="408"/>
                  </a:cubicBezTo>
                  <a:cubicBezTo>
                    <a:pt x="485" y="381"/>
                    <a:pt x="476" y="219"/>
                    <a:pt x="448" y="49"/>
                  </a:cubicBezTo>
                  <a:cubicBezTo>
                    <a:pt x="266" y="0"/>
                    <a:pt x="115" y="25"/>
                    <a:pt x="46" y="43"/>
                  </a:cubicBezTo>
                  <a:close/>
                </a:path>
              </a:pathLst>
            </a:custGeom>
            <a:solidFill>
              <a:srgbClr val="FF7900"/>
            </a:solidFill>
            <a:ln w="11113" cap="flat">
              <a:solidFill>
                <a:srgbClr val="FF79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9" name="Freeform 86">
              <a:extLst>
                <a:ext uri="{FF2B5EF4-FFF2-40B4-BE49-F238E27FC236}">
                  <a16:creationId xmlns:a16="http://schemas.microsoft.com/office/drawing/2014/main" id="{CB5301EE-B82E-46A8-9D91-EBDC7BC1A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171"/>
              <a:ext cx="485" cy="313"/>
            </a:xfrm>
            <a:custGeom>
              <a:avLst/>
              <a:gdLst>
                <a:gd name="T0" fmla="*/ 283 w 283"/>
                <a:gd name="T1" fmla="*/ 183 h 183"/>
                <a:gd name="T2" fmla="*/ 145 w 283"/>
                <a:gd name="T3" fmla="*/ 0 h 183"/>
                <a:gd name="T4" fmla="*/ 145 w 283"/>
                <a:gd name="T5" fmla="*/ 0 h 183"/>
                <a:gd name="T6" fmla="*/ 144 w 283"/>
                <a:gd name="T7" fmla="*/ 0 h 183"/>
                <a:gd name="T8" fmla="*/ 143 w 283"/>
                <a:gd name="T9" fmla="*/ 0 h 183"/>
                <a:gd name="T10" fmla="*/ 143 w 283"/>
                <a:gd name="T11" fmla="*/ 0 h 183"/>
                <a:gd name="T12" fmla="*/ 0 w 283"/>
                <a:gd name="T13" fmla="*/ 178 h 183"/>
                <a:gd name="T14" fmla="*/ 283 w 283"/>
                <a:gd name="T15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3" h="183">
                  <a:moveTo>
                    <a:pt x="283" y="183"/>
                  </a:moveTo>
                  <a:cubicBezTo>
                    <a:pt x="248" y="79"/>
                    <a:pt x="203" y="2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85" y="0"/>
                    <a:pt x="37" y="75"/>
                    <a:pt x="0" y="178"/>
                  </a:cubicBezTo>
                  <a:cubicBezTo>
                    <a:pt x="68" y="167"/>
                    <a:pt x="168" y="161"/>
                    <a:pt x="283" y="183"/>
                  </a:cubicBezTo>
                  <a:close/>
                </a:path>
              </a:pathLst>
            </a:custGeom>
            <a:solidFill>
              <a:srgbClr val="FF7900"/>
            </a:solidFill>
            <a:ln w="11113" cap="flat">
              <a:solidFill>
                <a:srgbClr val="FF79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id="{31E0C71F-6AC2-4EDE-BDD1-CFA81A8CA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447"/>
              <a:ext cx="688" cy="446"/>
            </a:xfrm>
            <a:custGeom>
              <a:avLst/>
              <a:gdLst>
                <a:gd name="T0" fmla="*/ 63 w 402"/>
                <a:gd name="T1" fmla="*/ 17 h 261"/>
                <a:gd name="T2" fmla="*/ 0 w 402"/>
                <a:gd name="T3" fmla="*/ 255 h 261"/>
                <a:gd name="T4" fmla="*/ 402 w 402"/>
                <a:gd name="T5" fmla="*/ 261 h 261"/>
                <a:gd name="T6" fmla="*/ 346 w 402"/>
                <a:gd name="T7" fmla="*/ 22 h 261"/>
                <a:gd name="T8" fmla="*/ 63 w 402"/>
                <a:gd name="T9" fmla="*/ 17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2" h="261">
                  <a:moveTo>
                    <a:pt x="63" y="17"/>
                  </a:moveTo>
                  <a:cubicBezTo>
                    <a:pt x="37" y="88"/>
                    <a:pt x="16" y="172"/>
                    <a:pt x="0" y="255"/>
                  </a:cubicBezTo>
                  <a:cubicBezTo>
                    <a:pt x="69" y="237"/>
                    <a:pt x="220" y="212"/>
                    <a:pt x="402" y="261"/>
                  </a:cubicBezTo>
                  <a:cubicBezTo>
                    <a:pt x="388" y="178"/>
                    <a:pt x="370" y="94"/>
                    <a:pt x="346" y="22"/>
                  </a:cubicBezTo>
                  <a:cubicBezTo>
                    <a:pt x="231" y="0"/>
                    <a:pt x="131" y="6"/>
                    <a:pt x="63" y="17"/>
                  </a:cubicBezTo>
                  <a:close/>
                </a:path>
              </a:pathLst>
            </a:custGeom>
            <a:solidFill>
              <a:srgbClr val="FFFFFF"/>
            </a:solidFill>
            <a:ln w="1111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" name="Freeform 88">
              <a:extLst>
                <a:ext uri="{FF2B5EF4-FFF2-40B4-BE49-F238E27FC236}">
                  <a16:creationId xmlns:a16="http://schemas.microsoft.com/office/drawing/2014/main" id="{BDC4BF34-4F35-4E8B-9B1C-001180BCF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1253"/>
              <a:ext cx="1078" cy="347"/>
            </a:xfrm>
            <a:custGeom>
              <a:avLst/>
              <a:gdLst>
                <a:gd name="T0" fmla="*/ 624 w 630"/>
                <a:gd name="T1" fmla="*/ 26 h 203"/>
                <a:gd name="T2" fmla="*/ 547 w 630"/>
                <a:gd name="T3" fmla="*/ 105 h 203"/>
                <a:gd name="T4" fmla="*/ 465 w 630"/>
                <a:gd name="T5" fmla="*/ 124 h 203"/>
                <a:gd name="T6" fmla="*/ 327 w 630"/>
                <a:gd name="T7" fmla="*/ 131 h 203"/>
                <a:gd name="T8" fmla="*/ 327 w 630"/>
                <a:gd name="T9" fmla="*/ 131 h 203"/>
                <a:gd name="T10" fmla="*/ 314 w 630"/>
                <a:gd name="T11" fmla="*/ 131 h 203"/>
                <a:gd name="T12" fmla="*/ 301 w 630"/>
                <a:gd name="T13" fmla="*/ 131 h 203"/>
                <a:gd name="T14" fmla="*/ 164 w 630"/>
                <a:gd name="T15" fmla="*/ 120 h 203"/>
                <a:gd name="T16" fmla="*/ 82 w 630"/>
                <a:gd name="T17" fmla="*/ 98 h 203"/>
                <a:gd name="T18" fmla="*/ 7 w 630"/>
                <a:gd name="T19" fmla="*/ 18 h 203"/>
                <a:gd name="T20" fmla="*/ 5 w 630"/>
                <a:gd name="T21" fmla="*/ 0 h 203"/>
                <a:gd name="T22" fmla="*/ 6 w 630"/>
                <a:gd name="T23" fmla="*/ 89 h 203"/>
                <a:gd name="T24" fmla="*/ 81 w 630"/>
                <a:gd name="T25" fmla="*/ 169 h 203"/>
                <a:gd name="T26" fmla="*/ 163 w 630"/>
                <a:gd name="T27" fmla="*/ 191 h 203"/>
                <a:gd name="T28" fmla="*/ 300 w 630"/>
                <a:gd name="T29" fmla="*/ 202 h 203"/>
                <a:gd name="T30" fmla="*/ 313 w 630"/>
                <a:gd name="T31" fmla="*/ 202 h 203"/>
                <a:gd name="T32" fmla="*/ 326 w 630"/>
                <a:gd name="T33" fmla="*/ 203 h 203"/>
                <a:gd name="T34" fmla="*/ 326 w 630"/>
                <a:gd name="T35" fmla="*/ 203 h 203"/>
                <a:gd name="T36" fmla="*/ 464 w 630"/>
                <a:gd name="T37" fmla="*/ 196 h 203"/>
                <a:gd name="T38" fmla="*/ 546 w 630"/>
                <a:gd name="T39" fmla="*/ 176 h 203"/>
                <a:gd name="T40" fmla="*/ 623 w 630"/>
                <a:gd name="T41" fmla="*/ 97 h 203"/>
                <a:gd name="T42" fmla="*/ 627 w 630"/>
                <a:gd name="T43" fmla="*/ 9 h 203"/>
                <a:gd name="T44" fmla="*/ 624 w 630"/>
                <a:gd name="T45" fmla="*/ 2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0" h="203">
                  <a:moveTo>
                    <a:pt x="624" y="26"/>
                  </a:moveTo>
                  <a:cubicBezTo>
                    <a:pt x="618" y="50"/>
                    <a:pt x="599" y="84"/>
                    <a:pt x="547" y="105"/>
                  </a:cubicBezTo>
                  <a:cubicBezTo>
                    <a:pt x="525" y="113"/>
                    <a:pt x="498" y="120"/>
                    <a:pt x="465" y="124"/>
                  </a:cubicBezTo>
                  <a:cubicBezTo>
                    <a:pt x="413" y="131"/>
                    <a:pt x="356" y="132"/>
                    <a:pt x="327" y="131"/>
                  </a:cubicBezTo>
                  <a:cubicBezTo>
                    <a:pt x="327" y="131"/>
                    <a:pt x="327" y="131"/>
                    <a:pt x="327" y="131"/>
                  </a:cubicBezTo>
                  <a:cubicBezTo>
                    <a:pt x="322" y="131"/>
                    <a:pt x="317" y="131"/>
                    <a:pt x="314" y="131"/>
                  </a:cubicBezTo>
                  <a:cubicBezTo>
                    <a:pt x="311" y="131"/>
                    <a:pt x="307" y="131"/>
                    <a:pt x="301" y="131"/>
                  </a:cubicBezTo>
                  <a:cubicBezTo>
                    <a:pt x="272" y="131"/>
                    <a:pt x="216" y="129"/>
                    <a:pt x="164" y="120"/>
                  </a:cubicBezTo>
                  <a:cubicBezTo>
                    <a:pt x="131" y="115"/>
                    <a:pt x="104" y="108"/>
                    <a:pt x="82" y="98"/>
                  </a:cubicBezTo>
                  <a:cubicBezTo>
                    <a:pt x="31" y="76"/>
                    <a:pt x="13" y="42"/>
                    <a:pt x="7" y="18"/>
                  </a:cubicBezTo>
                  <a:cubicBezTo>
                    <a:pt x="7" y="15"/>
                    <a:pt x="5" y="10"/>
                    <a:pt x="5" y="0"/>
                  </a:cubicBezTo>
                  <a:cubicBezTo>
                    <a:pt x="0" y="64"/>
                    <a:pt x="5" y="81"/>
                    <a:pt x="6" y="89"/>
                  </a:cubicBezTo>
                  <a:cubicBezTo>
                    <a:pt x="12" y="113"/>
                    <a:pt x="30" y="147"/>
                    <a:pt x="81" y="169"/>
                  </a:cubicBezTo>
                  <a:cubicBezTo>
                    <a:pt x="103" y="179"/>
                    <a:pt x="130" y="186"/>
                    <a:pt x="163" y="191"/>
                  </a:cubicBezTo>
                  <a:cubicBezTo>
                    <a:pt x="215" y="200"/>
                    <a:pt x="271" y="202"/>
                    <a:pt x="300" y="202"/>
                  </a:cubicBezTo>
                  <a:cubicBezTo>
                    <a:pt x="306" y="202"/>
                    <a:pt x="310" y="202"/>
                    <a:pt x="313" y="202"/>
                  </a:cubicBezTo>
                  <a:cubicBezTo>
                    <a:pt x="316" y="202"/>
                    <a:pt x="321" y="203"/>
                    <a:pt x="326" y="203"/>
                  </a:cubicBezTo>
                  <a:cubicBezTo>
                    <a:pt x="326" y="203"/>
                    <a:pt x="326" y="203"/>
                    <a:pt x="326" y="203"/>
                  </a:cubicBezTo>
                  <a:cubicBezTo>
                    <a:pt x="355" y="203"/>
                    <a:pt x="412" y="203"/>
                    <a:pt x="464" y="196"/>
                  </a:cubicBezTo>
                  <a:cubicBezTo>
                    <a:pt x="497" y="191"/>
                    <a:pt x="524" y="185"/>
                    <a:pt x="546" y="176"/>
                  </a:cubicBezTo>
                  <a:cubicBezTo>
                    <a:pt x="598" y="155"/>
                    <a:pt x="617" y="122"/>
                    <a:pt x="623" y="97"/>
                  </a:cubicBezTo>
                  <a:cubicBezTo>
                    <a:pt x="625" y="90"/>
                    <a:pt x="630" y="73"/>
                    <a:pt x="627" y="9"/>
                  </a:cubicBezTo>
                  <a:cubicBezTo>
                    <a:pt x="626" y="18"/>
                    <a:pt x="625" y="23"/>
                    <a:pt x="624" y="26"/>
                  </a:cubicBezTo>
                  <a:close/>
                </a:path>
              </a:pathLst>
            </a:custGeom>
            <a:solidFill>
              <a:srgbClr val="FFD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2" name="Freeform 89">
              <a:extLst>
                <a:ext uri="{FF2B5EF4-FFF2-40B4-BE49-F238E27FC236}">
                  <a16:creationId xmlns:a16="http://schemas.microsoft.com/office/drawing/2014/main" id="{CEC21257-3A09-4619-93A4-35E5CF5AA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1065"/>
              <a:ext cx="259" cy="527"/>
            </a:xfrm>
            <a:custGeom>
              <a:avLst/>
              <a:gdLst>
                <a:gd name="T0" fmla="*/ 129 w 151"/>
                <a:gd name="T1" fmla="*/ 238 h 308"/>
                <a:gd name="T2" fmla="*/ 116 w 151"/>
                <a:gd name="T3" fmla="*/ 246 h 308"/>
                <a:gd name="T4" fmla="*/ 12 w 151"/>
                <a:gd name="T5" fmla="*/ 301 h 308"/>
                <a:gd name="T6" fmla="*/ 7 w 151"/>
                <a:gd name="T7" fmla="*/ 304 h 308"/>
                <a:gd name="T8" fmla="*/ 124 w 151"/>
                <a:gd name="T9" fmla="*/ 17 h 308"/>
                <a:gd name="T10" fmla="*/ 151 w 151"/>
                <a:gd name="T11" fmla="*/ 0 h 308"/>
                <a:gd name="T12" fmla="*/ 150 w 151"/>
                <a:gd name="T13" fmla="*/ 1 h 308"/>
                <a:gd name="T14" fmla="*/ 129 w 151"/>
                <a:gd name="T15" fmla="*/ 2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308">
                  <a:moveTo>
                    <a:pt x="129" y="238"/>
                  </a:moveTo>
                  <a:cubicBezTo>
                    <a:pt x="116" y="246"/>
                    <a:pt x="116" y="246"/>
                    <a:pt x="116" y="246"/>
                  </a:cubicBezTo>
                  <a:cubicBezTo>
                    <a:pt x="12" y="301"/>
                    <a:pt x="12" y="301"/>
                    <a:pt x="12" y="301"/>
                  </a:cubicBezTo>
                  <a:cubicBezTo>
                    <a:pt x="7" y="304"/>
                    <a:pt x="7" y="304"/>
                    <a:pt x="7" y="304"/>
                  </a:cubicBezTo>
                  <a:cubicBezTo>
                    <a:pt x="0" y="308"/>
                    <a:pt x="6" y="106"/>
                    <a:pt x="124" y="17"/>
                  </a:cubicBezTo>
                  <a:cubicBezTo>
                    <a:pt x="132" y="11"/>
                    <a:pt x="141" y="5"/>
                    <a:pt x="151" y="0"/>
                  </a:cubicBezTo>
                  <a:cubicBezTo>
                    <a:pt x="150" y="1"/>
                    <a:pt x="150" y="1"/>
                    <a:pt x="150" y="1"/>
                  </a:cubicBezTo>
                  <a:lnTo>
                    <a:pt x="129" y="238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3" name="Freeform 90">
              <a:extLst>
                <a:ext uri="{FF2B5EF4-FFF2-40B4-BE49-F238E27FC236}">
                  <a16:creationId xmlns:a16="http://schemas.microsoft.com/office/drawing/2014/main" id="{2D2575A4-B95E-44A8-A4DB-151698745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1065"/>
              <a:ext cx="259" cy="527"/>
            </a:xfrm>
            <a:custGeom>
              <a:avLst/>
              <a:gdLst>
                <a:gd name="T0" fmla="*/ 129 w 151"/>
                <a:gd name="T1" fmla="*/ 238 h 308"/>
                <a:gd name="T2" fmla="*/ 116 w 151"/>
                <a:gd name="T3" fmla="*/ 246 h 308"/>
                <a:gd name="T4" fmla="*/ 12 w 151"/>
                <a:gd name="T5" fmla="*/ 301 h 308"/>
                <a:gd name="T6" fmla="*/ 7 w 151"/>
                <a:gd name="T7" fmla="*/ 304 h 308"/>
                <a:gd name="T8" fmla="*/ 124 w 151"/>
                <a:gd name="T9" fmla="*/ 17 h 308"/>
                <a:gd name="T10" fmla="*/ 151 w 151"/>
                <a:gd name="T11" fmla="*/ 0 h 308"/>
                <a:gd name="T12" fmla="*/ 150 w 151"/>
                <a:gd name="T13" fmla="*/ 1 h 308"/>
                <a:gd name="T14" fmla="*/ 129 w 151"/>
                <a:gd name="T15" fmla="*/ 2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308">
                  <a:moveTo>
                    <a:pt x="129" y="238"/>
                  </a:moveTo>
                  <a:cubicBezTo>
                    <a:pt x="116" y="246"/>
                    <a:pt x="116" y="246"/>
                    <a:pt x="116" y="246"/>
                  </a:cubicBezTo>
                  <a:cubicBezTo>
                    <a:pt x="12" y="301"/>
                    <a:pt x="12" y="301"/>
                    <a:pt x="12" y="301"/>
                  </a:cubicBezTo>
                  <a:cubicBezTo>
                    <a:pt x="7" y="304"/>
                    <a:pt x="7" y="304"/>
                    <a:pt x="7" y="304"/>
                  </a:cubicBezTo>
                  <a:cubicBezTo>
                    <a:pt x="0" y="308"/>
                    <a:pt x="6" y="106"/>
                    <a:pt x="124" y="17"/>
                  </a:cubicBezTo>
                  <a:cubicBezTo>
                    <a:pt x="132" y="11"/>
                    <a:pt x="141" y="5"/>
                    <a:pt x="151" y="0"/>
                  </a:cubicBezTo>
                  <a:cubicBezTo>
                    <a:pt x="150" y="1"/>
                    <a:pt x="150" y="1"/>
                    <a:pt x="150" y="1"/>
                  </a:cubicBezTo>
                  <a:lnTo>
                    <a:pt x="129" y="238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4" name="Freeform 91">
              <a:extLst>
                <a:ext uri="{FF2B5EF4-FFF2-40B4-BE49-F238E27FC236}">
                  <a16:creationId xmlns:a16="http://schemas.microsoft.com/office/drawing/2014/main" id="{9817BFAE-C919-42F8-9E60-8CC4D380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1065"/>
              <a:ext cx="259" cy="527"/>
            </a:xfrm>
            <a:custGeom>
              <a:avLst/>
              <a:gdLst>
                <a:gd name="T0" fmla="*/ 13 w 151"/>
                <a:gd name="T1" fmla="*/ 300 h 308"/>
                <a:gd name="T2" fmla="*/ 12 w 151"/>
                <a:gd name="T3" fmla="*/ 301 h 308"/>
                <a:gd name="T4" fmla="*/ 7 w 151"/>
                <a:gd name="T5" fmla="*/ 304 h 308"/>
                <a:gd name="T6" fmla="*/ 124 w 151"/>
                <a:gd name="T7" fmla="*/ 17 h 308"/>
                <a:gd name="T8" fmla="*/ 151 w 151"/>
                <a:gd name="T9" fmla="*/ 0 h 308"/>
                <a:gd name="T10" fmla="*/ 150 w 151"/>
                <a:gd name="T11" fmla="*/ 1 h 308"/>
                <a:gd name="T12" fmla="*/ 13 w 151"/>
                <a:gd name="T13" fmla="*/ 30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308">
                  <a:moveTo>
                    <a:pt x="13" y="300"/>
                  </a:moveTo>
                  <a:cubicBezTo>
                    <a:pt x="12" y="301"/>
                    <a:pt x="12" y="301"/>
                    <a:pt x="12" y="301"/>
                  </a:cubicBezTo>
                  <a:cubicBezTo>
                    <a:pt x="7" y="304"/>
                    <a:pt x="7" y="304"/>
                    <a:pt x="7" y="304"/>
                  </a:cubicBezTo>
                  <a:cubicBezTo>
                    <a:pt x="0" y="308"/>
                    <a:pt x="6" y="106"/>
                    <a:pt x="124" y="17"/>
                  </a:cubicBezTo>
                  <a:cubicBezTo>
                    <a:pt x="132" y="11"/>
                    <a:pt x="141" y="5"/>
                    <a:pt x="151" y="0"/>
                  </a:cubicBezTo>
                  <a:cubicBezTo>
                    <a:pt x="150" y="1"/>
                    <a:pt x="150" y="1"/>
                    <a:pt x="150" y="1"/>
                  </a:cubicBezTo>
                  <a:cubicBezTo>
                    <a:pt x="104" y="43"/>
                    <a:pt x="11" y="147"/>
                    <a:pt x="13" y="300"/>
                  </a:cubicBezTo>
                  <a:close/>
                </a:path>
              </a:pathLst>
            </a:custGeom>
            <a:solidFill>
              <a:srgbClr val="FFD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5" name="Freeform 92">
              <a:extLst>
                <a:ext uri="{FF2B5EF4-FFF2-40B4-BE49-F238E27FC236}">
                  <a16:creationId xmlns:a16="http://schemas.microsoft.com/office/drawing/2014/main" id="{A1EF1F33-E5EF-4CB0-B8C4-43A137B82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065"/>
              <a:ext cx="256" cy="527"/>
            </a:xfrm>
            <a:custGeom>
              <a:avLst/>
              <a:gdLst>
                <a:gd name="T0" fmla="*/ 21 w 150"/>
                <a:gd name="T1" fmla="*/ 238 h 308"/>
                <a:gd name="T2" fmla="*/ 35 w 150"/>
                <a:gd name="T3" fmla="*/ 246 h 308"/>
                <a:gd name="T4" fmla="*/ 138 w 150"/>
                <a:gd name="T5" fmla="*/ 301 h 308"/>
                <a:gd name="T6" fmla="*/ 143 w 150"/>
                <a:gd name="T7" fmla="*/ 304 h 308"/>
                <a:gd name="T8" fmla="*/ 26 w 150"/>
                <a:gd name="T9" fmla="*/ 17 h 308"/>
                <a:gd name="T10" fmla="*/ 0 w 150"/>
                <a:gd name="T11" fmla="*/ 0 h 308"/>
                <a:gd name="T12" fmla="*/ 0 w 150"/>
                <a:gd name="T13" fmla="*/ 1 h 308"/>
                <a:gd name="T14" fmla="*/ 21 w 150"/>
                <a:gd name="T15" fmla="*/ 2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" h="308">
                  <a:moveTo>
                    <a:pt x="21" y="238"/>
                  </a:moveTo>
                  <a:cubicBezTo>
                    <a:pt x="35" y="246"/>
                    <a:pt x="35" y="246"/>
                    <a:pt x="35" y="246"/>
                  </a:cubicBezTo>
                  <a:cubicBezTo>
                    <a:pt x="138" y="301"/>
                    <a:pt x="138" y="301"/>
                    <a:pt x="138" y="301"/>
                  </a:cubicBezTo>
                  <a:cubicBezTo>
                    <a:pt x="143" y="304"/>
                    <a:pt x="143" y="304"/>
                    <a:pt x="143" y="304"/>
                  </a:cubicBezTo>
                  <a:cubicBezTo>
                    <a:pt x="150" y="308"/>
                    <a:pt x="144" y="106"/>
                    <a:pt x="26" y="17"/>
                  </a:cubicBezTo>
                  <a:cubicBezTo>
                    <a:pt x="18" y="11"/>
                    <a:pt x="9" y="5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21" y="238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6" name="Freeform 93">
              <a:extLst>
                <a:ext uri="{FF2B5EF4-FFF2-40B4-BE49-F238E27FC236}">
                  <a16:creationId xmlns:a16="http://schemas.microsoft.com/office/drawing/2014/main" id="{0D27849E-C190-464E-8A79-8161D703C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065"/>
              <a:ext cx="256" cy="527"/>
            </a:xfrm>
            <a:custGeom>
              <a:avLst/>
              <a:gdLst>
                <a:gd name="T0" fmla="*/ 21 w 150"/>
                <a:gd name="T1" fmla="*/ 238 h 308"/>
                <a:gd name="T2" fmla="*/ 35 w 150"/>
                <a:gd name="T3" fmla="*/ 246 h 308"/>
                <a:gd name="T4" fmla="*/ 138 w 150"/>
                <a:gd name="T5" fmla="*/ 301 h 308"/>
                <a:gd name="T6" fmla="*/ 143 w 150"/>
                <a:gd name="T7" fmla="*/ 304 h 308"/>
                <a:gd name="T8" fmla="*/ 26 w 150"/>
                <a:gd name="T9" fmla="*/ 17 h 308"/>
                <a:gd name="T10" fmla="*/ 0 w 150"/>
                <a:gd name="T11" fmla="*/ 0 h 308"/>
                <a:gd name="T12" fmla="*/ 0 w 150"/>
                <a:gd name="T13" fmla="*/ 1 h 308"/>
                <a:gd name="T14" fmla="*/ 21 w 150"/>
                <a:gd name="T15" fmla="*/ 2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" h="308">
                  <a:moveTo>
                    <a:pt x="21" y="238"/>
                  </a:moveTo>
                  <a:cubicBezTo>
                    <a:pt x="35" y="246"/>
                    <a:pt x="35" y="246"/>
                    <a:pt x="35" y="246"/>
                  </a:cubicBezTo>
                  <a:cubicBezTo>
                    <a:pt x="138" y="301"/>
                    <a:pt x="138" y="301"/>
                    <a:pt x="138" y="301"/>
                  </a:cubicBezTo>
                  <a:cubicBezTo>
                    <a:pt x="143" y="304"/>
                    <a:pt x="143" y="304"/>
                    <a:pt x="143" y="304"/>
                  </a:cubicBezTo>
                  <a:cubicBezTo>
                    <a:pt x="150" y="308"/>
                    <a:pt x="144" y="106"/>
                    <a:pt x="26" y="17"/>
                  </a:cubicBezTo>
                  <a:cubicBezTo>
                    <a:pt x="18" y="11"/>
                    <a:pt x="9" y="5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21" y="238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7" name="Freeform 94">
              <a:extLst>
                <a:ext uri="{FF2B5EF4-FFF2-40B4-BE49-F238E27FC236}">
                  <a16:creationId xmlns:a16="http://schemas.microsoft.com/office/drawing/2014/main" id="{73E9D92F-B41F-44F4-A1A4-38EB63E0A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065"/>
              <a:ext cx="256" cy="527"/>
            </a:xfrm>
            <a:custGeom>
              <a:avLst/>
              <a:gdLst>
                <a:gd name="T0" fmla="*/ 138 w 150"/>
                <a:gd name="T1" fmla="*/ 300 h 308"/>
                <a:gd name="T2" fmla="*/ 138 w 150"/>
                <a:gd name="T3" fmla="*/ 301 h 308"/>
                <a:gd name="T4" fmla="*/ 143 w 150"/>
                <a:gd name="T5" fmla="*/ 304 h 308"/>
                <a:gd name="T6" fmla="*/ 26 w 150"/>
                <a:gd name="T7" fmla="*/ 17 h 308"/>
                <a:gd name="T8" fmla="*/ 0 w 150"/>
                <a:gd name="T9" fmla="*/ 0 h 308"/>
                <a:gd name="T10" fmla="*/ 0 w 150"/>
                <a:gd name="T11" fmla="*/ 1 h 308"/>
                <a:gd name="T12" fmla="*/ 138 w 150"/>
                <a:gd name="T13" fmla="*/ 30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308">
                  <a:moveTo>
                    <a:pt x="138" y="300"/>
                  </a:moveTo>
                  <a:cubicBezTo>
                    <a:pt x="138" y="301"/>
                    <a:pt x="138" y="301"/>
                    <a:pt x="138" y="301"/>
                  </a:cubicBezTo>
                  <a:cubicBezTo>
                    <a:pt x="143" y="304"/>
                    <a:pt x="143" y="304"/>
                    <a:pt x="143" y="304"/>
                  </a:cubicBezTo>
                  <a:cubicBezTo>
                    <a:pt x="150" y="308"/>
                    <a:pt x="144" y="106"/>
                    <a:pt x="26" y="17"/>
                  </a:cubicBezTo>
                  <a:cubicBezTo>
                    <a:pt x="18" y="11"/>
                    <a:pt x="9" y="5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6" y="43"/>
                    <a:pt x="139" y="147"/>
                    <a:pt x="138" y="300"/>
                  </a:cubicBezTo>
                  <a:close/>
                </a:path>
              </a:pathLst>
            </a:custGeom>
            <a:solidFill>
              <a:srgbClr val="FFD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98" name="Title 4">
            <a:extLst>
              <a:ext uri="{FF2B5EF4-FFF2-40B4-BE49-F238E27FC236}">
                <a16:creationId xmlns:a16="http://schemas.microsoft.com/office/drawing/2014/main" id="{0513171A-0DC8-4F66-9238-BAD743464824}"/>
              </a:ext>
            </a:extLst>
          </p:cNvPr>
          <p:cNvSpPr txBox="1">
            <a:spLocks/>
          </p:cNvSpPr>
          <p:nvPr/>
        </p:nvSpPr>
        <p:spPr>
          <a:xfrm>
            <a:off x="278398" y="-246061"/>
            <a:ext cx="4071352" cy="74136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/>
              <a:t>Texte avec illustration</a:t>
            </a:r>
            <a:endParaRPr lang="fr-FR" dirty="0">
              <a:solidFill>
                <a:srgbClr val="FF7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50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itle 4"/>
          <p:cNvSpPr txBox="1">
            <a:spLocks/>
          </p:cNvSpPr>
          <p:nvPr/>
        </p:nvSpPr>
        <p:spPr>
          <a:xfrm>
            <a:off x="313200" y="268288"/>
            <a:ext cx="4071352" cy="74136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/>
              <a:t>Texte avec illustration</a:t>
            </a:r>
            <a:endParaRPr lang="fr-FR" dirty="0">
              <a:solidFill>
                <a:srgbClr val="FF7900"/>
              </a:solidFill>
            </a:endParaRPr>
          </a:p>
        </p:txBody>
      </p:sp>
      <p:sp>
        <p:nvSpPr>
          <p:cNvPr id="438" name="Content Placeholder 2"/>
          <p:cNvSpPr txBox="1">
            <a:spLocks/>
          </p:cNvSpPr>
          <p:nvPr/>
        </p:nvSpPr>
        <p:spPr>
          <a:xfrm>
            <a:off x="313200" y="1183698"/>
            <a:ext cx="3968055" cy="336925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Lorem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Sed </a:t>
            </a:r>
            <a:r>
              <a:rPr lang="fr-FR" dirty="0" err="1"/>
              <a:t>rhoncus</a:t>
            </a:r>
            <a:r>
              <a:rPr lang="fr-FR" dirty="0"/>
              <a:t>, </a:t>
            </a:r>
            <a:r>
              <a:rPr lang="fr-FR" dirty="0" err="1"/>
              <a:t>nisi</a:t>
            </a:r>
            <a:r>
              <a:rPr lang="fr-FR" dirty="0"/>
              <a:t> eu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, </a:t>
            </a:r>
            <a:r>
              <a:rPr lang="fr-FR" dirty="0" err="1"/>
              <a:t>ligula</a:t>
            </a:r>
            <a:r>
              <a:rPr lang="fr-FR" dirty="0"/>
              <a:t> </a:t>
            </a:r>
            <a:r>
              <a:rPr lang="fr-FR" dirty="0" err="1"/>
              <a:t>augue</a:t>
            </a:r>
            <a:r>
              <a:rPr lang="fr-FR" dirty="0"/>
              <a:t> </a:t>
            </a:r>
            <a:r>
              <a:rPr lang="fr-FR" dirty="0" err="1"/>
              <a:t>porttitor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 :</a:t>
            </a:r>
          </a:p>
          <a:p>
            <a:pPr lvl="2"/>
            <a:r>
              <a:rPr lang="fr-FR" dirty="0"/>
              <a:t>Eu </a:t>
            </a:r>
            <a:r>
              <a:rPr lang="fr-FR" dirty="0" err="1"/>
              <a:t>iaculis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nisi</a:t>
            </a:r>
            <a:r>
              <a:rPr lang="fr-FR" dirty="0"/>
              <a:t> a </a:t>
            </a:r>
            <a:r>
              <a:rPr lang="fr-FR" dirty="0" err="1"/>
              <a:t>augue</a:t>
            </a:r>
            <a:endParaRPr lang="fr-FR" dirty="0"/>
          </a:p>
          <a:p>
            <a:pPr lvl="3"/>
            <a:r>
              <a:rPr lang="fr-FR" dirty="0" err="1"/>
              <a:t>Phasellus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orci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  <a:p>
            <a:pPr lvl="3"/>
            <a:r>
              <a:rPr lang="fr-FR" dirty="0" err="1"/>
              <a:t>Duismod</a:t>
            </a:r>
            <a:r>
              <a:rPr lang="fr-FR" dirty="0"/>
              <a:t> est </a:t>
            </a:r>
            <a:r>
              <a:rPr lang="fr-FR" dirty="0" err="1"/>
              <a:t>varius</a:t>
            </a:r>
            <a:endParaRPr lang="fr-FR" dirty="0"/>
          </a:p>
          <a:p>
            <a:pPr lvl="2"/>
            <a:r>
              <a:rPr lang="fr-FR" dirty="0" err="1"/>
              <a:t>Nullam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endParaRPr lang="fr-FR" dirty="0"/>
          </a:p>
          <a:p>
            <a:pPr lvl="2"/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leo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volutpat</a:t>
            </a:r>
            <a:r>
              <a:rPr lang="fr-FR" dirty="0"/>
              <a:t> </a:t>
            </a:r>
            <a:r>
              <a:rPr lang="fr-FR" dirty="0" err="1"/>
              <a:t>faucibus</a:t>
            </a:r>
            <a:r>
              <a:rPr lang="fr-FR" dirty="0"/>
              <a:t> id, </a:t>
            </a:r>
            <a:r>
              <a:rPr lang="fr-FR" dirty="0" err="1"/>
              <a:t>consequat</a:t>
            </a:r>
            <a:r>
              <a:rPr lang="fr-FR" dirty="0"/>
              <a:t> id mi</a:t>
            </a:r>
          </a:p>
          <a:p>
            <a:pPr lvl="2"/>
            <a:r>
              <a:rPr lang="fr-FR" dirty="0"/>
              <a:t>Ut </a:t>
            </a:r>
            <a:r>
              <a:rPr lang="fr-FR" dirty="0" err="1"/>
              <a:t>ac</a:t>
            </a:r>
            <a:r>
              <a:rPr lang="fr-FR" dirty="0"/>
              <a:t>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urna</a:t>
            </a:r>
            <a:r>
              <a:rPr lang="fr-FR" dirty="0"/>
              <a:t>, in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A11438F-BDF8-4CE8-885B-5572D0B091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6" r="33735"/>
          <a:stretch/>
        </p:blipFill>
        <p:spPr>
          <a:xfrm>
            <a:off x="4598897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6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>
            <a:fillRect/>
          </a:stretch>
        </p:blipFill>
        <p:spPr/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</a:p>
        </p:txBody>
      </p:sp>
    </p:spTree>
    <p:extLst>
      <p:ext uri="{BB962C8B-B14F-4D97-AF65-F5344CB8AC3E}">
        <p14:creationId xmlns:p14="http://schemas.microsoft.com/office/powerpoint/2010/main" val="364941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4572001" y="2571751"/>
            <a:ext cx="2286000" cy="2571750"/>
            <a:chOff x="2252227" y="2493913"/>
            <a:chExt cx="2334257" cy="2626036"/>
          </a:xfrm>
        </p:grpSpPr>
        <p:sp>
          <p:nvSpPr>
            <p:cNvPr id="78" name="Rectangle 77"/>
            <p:cNvSpPr/>
            <p:nvPr/>
          </p:nvSpPr>
          <p:spPr>
            <a:xfrm>
              <a:off x="2252227" y="2493913"/>
              <a:ext cx="2334257" cy="2626036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grpSp>
          <p:nvGrpSpPr>
            <p:cNvPr id="79" name="Group 182"/>
            <p:cNvGrpSpPr>
              <a:grpSpLocks noChangeAspect="1"/>
            </p:cNvGrpSpPr>
            <p:nvPr/>
          </p:nvGrpSpPr>
          <p:grpSpPr bwMode="auto">
            <a:xfrm>
              <a:off x="3035059" y="3183354"/>
              <a:ext cx="788707" cy="1453695"/>
              <a:chOff x="2978" y="947"/>
              <a:chExt cx="969" cy="1786"/>
            </a:xfrm>
          </p:grpSpPr>
          <p:sp>
            <p:nvSpPr>
              <p:cNvPr id="80" name="Freeform 184"/>
              <p:cNvSpPr>
                <a:spLocks/>
              </p:cNvSpPr>
              <p:nvPr/>
            </p:nvSpPr>
            <p:spPr bwMode="auto">
              <a:xfrm>
                <a:off x="2978" y="947"/>
                <a:ext cx="969" cy="1786"/>
              </a:xfrm>
              <a:custGeom>
                <a:avLst/>
                <a:gdLst>
                  <a:gd name="T0" fmla="*/ 336 w 336"/>
                  <a:gd name="T1" fmla="*/ 589 h 619"/>
                  <a:gd name="T2" fmla="*/ 306 w 336"/>
                  <a:gd name="T3" fmla="*/ 619 h 619"/>
                  <a:gd name="T4" fmla="*/ 29 w 336"/>
                  <a:gd name="T5" fmla="*/ 619 h 619"/>
                  <a:gd name="T6" fmla="*/ 0 w 336"/>
                  <a:gd name="T7" fmla="*/ 589 h 619"/>
                  <a:gd name="T8" fmla="*/ 0 w 336"/>
                  <a:gd name="T9" fmla="*/ 29 h 619"/>
                  <a:gd name="T10" fmla="*/ 29 w 336"/>
                  <a:gd name="T11" fmla="*/ 0 h 619"/>
                  <a:gd name="T12" fmla="*/ 306 w 336"/>
                  <a:gd name="T13" fmla="*/ 0 h 619"/>
                  <a:gd name="T14" fmla="*/ 336 w 336"/>
                  <a:gd name="T15" fmla="*/ 29 h 619"/>
                  <a:gd name="T16" fmla="*/ 336 w 336"/>
                  <a:gd name="T17" fmla="*/ 589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6" h="619">
                    <a:moveTo>
                      <a:pt x="336" y="589"/>
                    </a:moveTo>
                    <a:cubicBezTo>
                      <a:pt x="336" y="606"/>
                      <a:pt x="322" y="619"/>
                      <a:pt x="306" y="619"/>
                    </a:cubicBezTo>
                    <a:cubicBezTo>
                      <a:pt x="29" y="619"/>
                      <a:pt x="29" y="619"/>
                      <a:pt x="29" y="619"/>
                    </a:cubicBezTo>
                    <a:cubicBezTo>
                      <a:pt x="13" y="619"/>
                      <a:pt x="0" y="606"/>
                      <a:pt x="0" y="58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306" y="0"/>
                      <a:pt x="306" y="0"/>
                      <a:pt x="306" y="0"/>
                    </a:cubicBezTo>
                    <a:cubicBezTo>
                      <a:pt x="322" y="0"/>
                      <a:pt x="336" y="13"/>
                      <a:pt x="336" y="29"/>
                    </a:cubicBezTo>
                    <a:lnTo>
                      <a:pt x="336" y="58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1" name="Rectangle 185"/>
              <p:cNvSpPr>
                <a:spLocks noChangeArrowheads="1"/>
              </p:cNvSpPr>
              <p:nvPr/>
            </p:nvSpPr>
            <p:spPr bwMode="auto">
              <a:xfrm>
                <a:off x="3038" y="1091"/>
                <a:ext cx="846" cy="13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2" name="Rectangle 186"/>
              <p:cNvSpPr>
                <a:spLocks noChangeArrowheads="1"/>
              </p:cNvSpPr>
              <p:nvPr/>
            </p:nvSpPr>
            <p:spPr bwMode="auto">
              <a:xfrm>
                <a:off x="3388" y="2482"/>
                <a:ext cx="150" cy="150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3" name="Line 187"/>
              <p:cNvSpPr>
                <a:spLocks noChangeShapeType="1"/>
              </p:cNvSpPr>
              <p:nvPr/>
            </p:nvSpPr>
            <p:spPr bwMode="auto">
              <a:xfrm>
                <a:off x="3884" y="2251"/>
                <a:ext cx="0" cy="0"/>
              </a:xfrm>
              <a:prstGeom prst="line">
                <a:avLst/>
              </a:prstGeom>
              <a:noFill/>
              <a:ln w="4763" cap="flat">
                <a:solidFill>
                  <a:srgbClr val="9C9B9C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4" name="Line 188"/>
              <p:cNvSpPr>
                <a:spLocks noChangeShapeType="1"/>
              </p:cNvSpPr>
              <p:nvPr/>
            </p:nvSpPr>
            <p:spPr bwMode="auto">
              <a:xfrm>
                <a:off x="3038" y="2251"/>
                <a:ext cx="0" cy="0"/>
              </a:xfrm>
              <a:prstGeom prst="line">
                <a:avLst/>
              </a:prstGeom>
              <a:noFill/>
              <a:ln w="4763" cap="flat">
                <a:solidFill>
                  <a:srgbClr val="9C9B9C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5" name="Freeform 189"/>
              <p:cNvSpPr>
                <a:spLocks/>
              </p:cNvSpPr>
              <p:nvPr/>
            </p:nvSpPr>
            <p:spPr bwMode="auto">
              <a:xfrm>
                <a:off x="3174" y="1345"/>
                <a:ext cx="606" cy="739"/>
              </a:xfrm>
              <a:custGeom>
                <a:avLst/>
                <a:gdLst>
                  <a:gd name="T0" fmla="*/ 606 w 606"/>
                  <a:gd name="T1" fmla="*/ 698 h 739"/>
                  <a:gd name="T2" fmla="*/ 606 w 606"/>
                  <a:gd name="T3" fmla="*/ 739 h 739"/>
                  <a:gd name="T4" fmla="*/ 0 w 606"/>
                  <a:gd name="T5" fmla="*/ 739 h 739"/>
                  <a:gd name="T6" fmla="*/ 0 w 606"/>
                  <a:gd name="T7" fmla="*/ 0 h 739"/>
                  <a:gd name="T8" fmla="*/ 40 w 606"/>
                  <a:gd name="T9" fmla="*/ 0 h 739"/>
                  <a:gd name="T10" fmla="*/ 40 w 606"/>
                  <a:gd name="T11" fmla="*/ 698 h 739"/>
                  <a:gd name="T12" fmla="*/ 606 w 606"/>
                  <a:gd name="T13" fmla="*/ 69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6" h="739">
                    <a:moveTo>
                      <a:pt x="606" y="698"/>
                    </a:moveTo>
                    <a:lnTo>
                      <a:pt x="606" y="739"/>
                    </a:lnTo>
                    <a:lnTo>
                      <a:pt x="0" y="739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698"/>
                    </a:lnTo>
                    <a:lnTo>
                      <a:pt x="606" y="698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7" name="Rectangle 190"/>
              <p:cNvSpPr>
                <a:spLocks noChangeArrowheads="1"/>
              </p:cNvSpPr>
              <p:nvPr/>
            </p:nvSpPr>
            <p:spPr bwMode="auto">
              <a:xfrm>
                <a:off x="3235" y="1671"/>
                <a:ext cx="40" cy="355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8" name="Rectangle 191"/>
              <p:cNvSpPr>
                <a:spLocks noChangeArrowheads="1"/>
              </p:cNvSpPr>
              <p:nvPr/>
            </p:nvSpPr>
            <p:spPr bwMode="auto">
              <a:xfrm>
                <a:off x="3298" y="1778"/>
                <a:ext cx="69" cy="248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3465" y="1677"/>
                <a:ext cx="67" cy="349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0" name="Rectangle 193"/>
              <p:cNvSpPr>
                <a:spLocks noChangeArrowheads="1"/>
              </p:cNvSpPr>
              <p:nvPr/>
            </p:nvSpPr>
            <p:spPr bwMode="auto">
              <a:xfrm>
                <a:off x="3630" y="1466"/>
                <a:ext cx="69" cy="560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1" name="Rectangle 194"/>
              <p:cNvSpPr>
                <a:spLocks noChangeArrowheads="1"/>
              </p:cNvSpPr>
              <p:nvPr/>
            </p:nvSpPr>
            <p:spPr bwMode="auto">
              <a:xfrm>
                <a:off x="3399" y="1466"/>
                <a:ext cx="43" cy="560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2" name="Rectangle 195"/>
              <p:cNvSpPr>
                <a:spLocks noChangeArrowheads="1"/>
              </p:cNvSpPr>
              <p:nvPr/>
            </p:nvSpPr>
            <p:spPr bwMode="auto">
              <a:xfrm>
                <a:off x="3566" y="1550"/>
                <a:ext cx="41" cy="47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3" name="Rectangle 196"/>
              <p:cNvSpPr>
                <a:spLocks noChangeArrowheads="1"/>
              </p:cNvSpPr>
              <p:nvPr/>
            </p:nvSpPr>
            <p:spPr bwMode="auto">
              <a:xfrm>
                <a:off x="3731" y="1380"/>
                <a:ext cx="43" cy="64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4" name="Oval 197"/>
              <p:cNvSpPr>
                <a:spLocks noChangeArrowheads="1"/>
              </p:cNvSpPr>
              <p:nvPr/>
            </p:nvSpPr>
            <p:spPr bwMode="auto">
              <a:xfrm>
                <a:off x="3122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5" name="Oval 198"/>
              <p:cNvSpPr>
                <a:spLocks noChangeArrowheads="1"/>
              </p:cNvSpPr>
              <p:nvPr/>
            </p:nvSpPr>
            <p:spPr bwMode="auto">
              <a:xfrm>
                <a:off x="3122" y="2014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6" name="Oval 199"/>
              <p:cNvSpPr>
                <a:spLocks noChangeArrowheads="1"/>
              </p:cNvSpPr>
              <p:nvPr/>
            </p:nvSpPr>
            <p:spPr bwMode="auto">
              <a:xfrm>
                <a:off x="3122" y="1931"/>
                <a:ext cx="29" cy="28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7" name="Oval 200"/>
              <p:cNvSpPr>
                <a:spLocks noChangeArrowheads="1"/>
              </p:cNvSpPr>
              <p:nvPr/>
            </p:nvSpPr>
            <p:spPr bwMode="auto">
              <a:xfrm>
                <a:off x="3122" y="1850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8" name="Oval 201"/>
              <p:cNvSpPr>
                <a:spLocks noChangeArrowheads="1"/>
              </p:cNvSpPr>
              <p:nvPr/>
            </p:nvSpPr>
            <p:spPr bwMode="auto">
              <a:xfrm>
                <a:off x="3122" y="1766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9" name="Oval 202"/>
              <p:cNvSpPr>
                <a:spLocks noChangeArrowheads="1"/>
              </p:cNvSpPr>
              <p:nvPr/>
            </p:nvSpPr>
            <p:spPr bwMode="auto">
              <a:xfrm>
                <a:off x="3122" y="1683"/>
                <a:ext cx="29" cy="25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00" name="Oval 203"/>
              <p:cNvSpPr>
                <a:spLocks noChangeArrowheads="1"/>
              </p:cNvSpPr>
              <p:nvPr/>
            </p:nvSpPr>
            <p:spPr bwMode="auto">
              <a:xfrm>
                <a:off x="3122" y="1599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01" name="Oval 204"/>
              <p:cNvSpPr>
                <a:spLocks noChangeArrowheads="1"/>
              </p:cNvSpPr>
              <p:nvPr/>
            </p:nvSpPr>
            <p:spPr bwMode="auto">
              <a:xfrm>
                <a:off x="3122" y="1515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02" name="Oval 205"/>
              <p:cNvSpPr>
                <a:spLocks noChangeArrowheads="1"/>
              </p:cNvSpPr>
              <p:nvPr/>
            </p:nvSpPr>
            <p:spPr bwMode="auto">
              <a:xfrm>
                <a:off x="3122" y="1434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03" name="Oval 206"/>
              <p:cNvSpPr>
                <a:spLocks noChangeArrowheads="1"/>
              </p:cNvSpPr>
              <p:nvPr/>
            </p:nvSpPr>
            <p:spPr bwMode="auto">
              <a:xfrm>
                <a:off x="3122" y="1351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04" name="Oval 207"/>
              <p:cNvSpPr>
                <a:spLocks noChangeArrowheads="1"/>
              </p:cNvSpPr>
              <p:nvPr/>
            </p:nvSpPr>
            <p:spPr bwMode="auto">
              <a:xfrm>
                <a:off x="3206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05" name="Oval 208"/>
              <p:cNvSpPr>
                <a:spLocks noChangeArrowheads="1"/>
              </p:cNvSpPr>
              <p:nvPr/>
            </p:nvSpPr>
            <p:spPr bwMode="auto">
              <a:xfrm>
                <a:off x="3289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06" name="Oval 209"/>
              <p:cNvSpPr>
                <a:spLocks noChangeArrowheads="1"/>
              </p:cNvSpPr>
              <p:nvPr/>
            </p:nvSpPr>
            <p:spPr bwMode="auto">
              <a:xfrm>
                <a:off x="3373" y="2098"/>
                <a:ext cx="26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07" name="Oval 210"/>
              <p:cNvSpPr>
                <a:spLocks noChangeArrowheads="1"/>
              </p:cNvSpPr>
              <p:nvPr/>
            </p:nvSpPr>
            <p:spPr bwMode="auto">
              <a:xfrm>
                <a:off x="3454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08" name="Oval 211"/>
              <p:cNvSpPr>
                <a:spLocks noChangeArrowheads="1"/>
              </p:cNvSpPr>
              <p:nvPr/>
            </p:nvSpPr>
            <p:spPr bwMode="auto">
              <a:xfrm>
                <a:off x="3538" y="2098"/>
                <a:ext cx="28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09" name="Oval 212"/>
              <p:cNvSpPr>
                <a:spLocks noChangeArrowheads="1"/>
              </p:cNvSpPr>
              <p:nvPr/>
            </p:nvSpPr>
            <p:spPr bwMode="auto">
              <a:xfrm>
                <a:off x="3621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10" name="Oval 213"/>
              <p:cNvSpPr>
                <a:spLocks noChangeArrowheads="1"/>
              </p:cNvSpPr>
              <p:nvPr/>
            </p:nvSpPr>
            <p:spPr bwMode="auto">
              <a:xfrm>
                <a:off x="3705" y="2098"/>
                <a:ext cx="26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11" name="Oval 214"/>
              <p:cNvSpPr>
                <a:spLocks noChangeArrowheads="1"/>
              </p:cNvSpPr>
              <p:nvPr/>
            </p:nvSpPr>
            <p:spPr bwMode="auto">
              <a:xfrm>
                <a:off x="3789" y="2098"/>
                <a:ext cx="25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</p:grpSp>
      </p:grpSp>
      <p:sp>
        <p:nvSpPr>
          <p:cNvPr id="112" name="Content Placeholder 2"/>
          <p:cNvSpPr txBox="1">
            <a:spLocks/>
          </p:cNvSpPr>
          <p:nvPr/>
        </p:nvSpPr>
        <p:spPr>
          <a:xfrm>
            <a:off x="313200" y="1181100"/>
            <a:ext cx="3968055" cy="33702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13" name="Title 1"/>
          <p:cNvSpPr txBox="1">
            <a:spLocks/>
          </p:cNvSpPr>
          <p:nvPr/>
        </p:nvSpPr>
        <p:spPr>
          <a:xfrm>
            <a:off x="313199" y="268288"/>
            <a:ext cx="8516475" cy="7413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endParaRPr lang="fr-FR" dirty="0"/>
          </a:p>
        </p:txBody>
      </p:sp>
      <p:pic>
        <p:nvPicPr>
          <p:cNvPr id="114" name="Picture 1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" t="5170" r="779" b="14163"/>
          <a:stretch/>
        </p:blipFill>
        <p:spPr>
          <a:xfrm>
            <a:off x="4572001" y="1"/>
            <a:ext cx="4571998" cy="2571750"/>
          </a:xfrm>
          <a:prstGeom prst="rect">
            <a:avLst/>
          </a:prstGeom>
        </p:spPr>
      </p:pic>
      <p:sp>
        <p:nvSpPr>
          <p:cNvPr id="115" name="Content Placeholder 3"/>
          <p:cNvSpPr txBox="1">
            <a:spLocks/>
          </p:cNvSpPr>
          <p:nvPr/>
        </p:nvSpPr>
        <p:spPr>
          <a:xfrm>
            <a:off x="6858001" y="2571750"/>
            <a:ext cx="2285999" cy="2571750"/>
          </a:xfrm>
          <a:prstGeom prst="rect">
            <a:avLst/>
          </a:prstGeom>
          <a:solidFill>
            <a:schemeClr val="tx1"/>
          </a:solidFill>
        </p:spPr>
        <p:txBody>
          <a:bodyPr lIns="180000" tIns="180000" rIns="180000" bIns="18000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Texte complémentaire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Lorem </a:t>
            </a:r>
            <a:r>
              <a:rPr lang="fr-FR" dirty="0" err="1">
                <a:solidFill>
                  <a:schemeClr val="bg1"/>
                </a:solidFill>
              </a:rPr>
              <a:t>ipsum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dolor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sit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amet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conse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ctetur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adipiscing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elit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Sed </a:t>
            </a:r>
            <a:r>
              <a:rPr lang="fr-FR" dirty="0" err="1">
                <a:solidFill>
                  <a:schemeClr val="bg1"/>
                </a:solidFill>
              </a:rPr>
              <a:t>rhoncus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nisi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eu </a:t>
            </a:r>
            <a:r>
              <a:rPr lang="fr-FR" dirty="0" err="1">
                <a:solidFill>
                  <a:schemeClr val="bg1"/>
                </a:solidFill>
              </a:rPr>
              <a:t>facilisis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6" name="Content Placeholder 3"/>
          <p:cNvSpPr txBox="1">
            <a:spLocks/>
          </p:cNvSpPr>
          <p:nvPr/>
        </p:nvSpPr>
        <p:spPr>
          <a:xfrm>
            <a:off x="4572001" y="2579626"/>
            <a:ext cx="2285999" cy="557415"/>
          </a:xfrm>
          <a:prstGeom prst="rect">
            <a:avLst/>
          </a:prstGeom>
        </p:spPr>
        <p:txBody>
          <a:bodyPr wrap="square" lIns="180000" tIns="180000" rIns="180000" bIns="18000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dirty="0">
                <a:solidFill>
                  <a:srgbClr val="000000"/>
                </a:solidFill>
              </a:rPr>
              <a:t>Titre/mot clé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Lorem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Sed </a:t>
            </a:r>
            <a:r>
              <a:rPr lang="fr-FR" dirty="0" err="1"/>
              <a:t>rhoncus</a:t>
            </a:r>
            <a:r>
              <a:rPr lang="fr-FR" dirty="0"/>
              <a:t>, </a:t>
            </a:r>
            <a:r>
              <a:rPr lang="fr-FR" dirty="0" err="1"/>
              <a:t>nisi</a:t>
            </a:r>
            <a:r>
              <a:rPr lang="fr-FR" dirty="0"/>
              <a:t> eu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, </a:t>
            </a:r>
            <a:r>
              <a:rPr lang="fr-FR" dirty="0" err="1"/>
              <a:t>ligula</a:t>
            </a:r>
            <a:r>
              <a:rPr lang="fr-FR" dirty="0"/>
              <a:t> </a:t>
            </a:r>
            <a:r>
              <a:rPr lang="fr-FR" dirty="0" err="1"/>
              <a:t>augue</a:t>
            </a:r>
            <a:r>
              <a:rPr lang="fr-FR" dirty="0"/>
              <a:t> </a:t>
            </a:r>
            <a:r>
              <a:rPr lang="fr-FR" dirty="0" err="1"/>
              <a:t>porttitor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 :</a:t>
            </a:r>
          </a:p>
          <a:p>
            <a:pPr lvl="2"/>
            <a:r>
              <a:rPr lang="fr-FR" dirty="0"/>
              <a:t>Eu </a:t>
            </a:r>
            <a:r>
              <a:rPr lang="fr-FR" dirty="0" err="1"/>
              <a:t>iaculis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nisi</a:t>
            </a:r>
            <a:r>
              <a:rPr lang="fr-FR" dirty="0"/>
              <a:t> a </a:t>
            </a:r>
            <a:r>
              <a:rPr lang="fr-FR" dirty="0" err="1"/>
              <a:t>augue</a:t>
            </a:r>
            <a:endParaRPr lang="fr-FR" dirty="0"/>
          </a:p>
          <a:p>
            <a:pPr lvl="3"/>
            <a:r>
              <a:rPr lang="fr-FR" dirty="0" err="1"/>
              <a:t>Phasellus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orci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  <a:p>
            <a:pPr lvl="3"/>
            <a:r>
              <a:rPr lang="fr-FR" dirty="0" err="1"/>
              <a:t>Duismod</a:t>
            </a:r>
            <a:r>
              <a:rPr lang="fr-FR" dirty="0"/>
              <a:t> est </a:t>
            </a:r>
            <a:r>
              <a:rPr lang="fr-FR" dirty="0" err="1"/>
              <a:t>varius</a:t>
            </a:r>
            <a:endParaRPr lang="fr-FR" dirty="0"/>
          </a:p>
          <a:p>
            <a:pPr lvl="2"/>
            <a:r>
              <a:rPr lang="fr-FR" dirty="0" err="1"/>
              <a:t>Nullam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endParaRPr lang="fr-FR" dirty="0"/>
          </a:p>
          <a:p>
            <a:pPr lvl="2"/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leo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volutpat</a:t>
            </a:r>
            <a:r>
              <a:rPr lang="fr-FR" dirty="0"/>
              <a:t> </a:t>
            </a:r>
            <a:r>
              <a:rPr lang="fr-FR" dirty="0" err="1"/>
              <a:t>faucibus</a:t>
            </a:r>
            <a:r>
              <a:rPr lang="fr-FR" dirty="0"/>
              <a:t> id, </a:t>
            </a:r>
            <a:r>
              <a:rPr lang="fr-FR" dirty="0" err="1"/>
              <a:t>consequat</a:t>
            </a:r>
            <a:r>
              <a:rPr lang="fr-FR" dirty="0"/>
              <a:t> id mi</a:t>
            </a:r>
          </a:p>
          <a:p>
            <a:pPr lvl="2"/>
            <a:r>
              <a:rPr lang="fr-FR" dirty="0"/>
              <a:t>Ut </a:t>
            </a:r>
            <a:r>
              <a:rPr lang="fr-FR" dirty="0" err="1"/>
              <a:t>ac</a:t>
            </a:r>
            <a:r>
              <a:rPr lang="fr-FR" dirty="0"/>
              <a:t>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urna</a:t>
            </a:r>
            <a:r>
              <a:rPr lang="fr-FR" dirty="0"/>
              <a:t>, in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photos</a:t>
            </a:r>
          </a:p>
        </p:txBody>
      </p:sp>
    </p:spTree>
    <p:extLst>
      <p:ext uri="{BB962C8B-B14F-4D97-AF65-F5344CB8AC3E}">
        <p14:creationId xmlns:p14="http://schemas.microsoft.com/office/powerpoint/2010/main" val="140748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29">
            <a:extLst>
              <a:ext uri="{FF2B5EF4-FFF2-40B4-BE49-F238E27FC236}">
                <a16:creationId xmlns:a16="http://schemas.microsoft.com/office/drawing/2014/main" id="{5B13B57D-36F2-4EA1-8E5F-2F5467DA58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7" t="11809" r="17807" b="28642"/>
          <a:stretch/>
        </p:blipFill>
        <p:spPr>
          <a:xfrm>
            <a:off x="4584689" y="-1"/>
            <a:ext cx="4561759" cy="2856645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5311BDC7-AF37-4388-8D41-882425A85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768" y="267626"/>
            <a:ext cx="4828498" cy="2301874"/>
          </a:xfrm>
        </p:spPr>
        <p:txBody>
          <a:bodyPr/>
          <a:lstStyle/>
          <a:p>
            <a:r>
              <a:rPr lang="fr-FR" sz="5300" dirty="0"/>
              <a:t>Message clé texte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9F7F4E3E-209E-43FB-936C-AE44276A77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E50025-76B0-4D56-866A-61272B6A55C4}"/>
              </a:ext>
            </a:extLst>
          </p:cNvPr>
          <p:cNvSpPr/>
          <p:nvPr/>
        </p:nvSpPr>
        <p:spPr>
          <a:xfrm>
            <a:off x="0" y="2569500"/>
            <a:ext cx="2286000" cy="2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33134-4BDD-48C8-92A3-F20505183E17}"/>
              </a:ext>
            </a:extLst>
          </p:cNvPr>
          <p:cNvSpPr/>
          <p:nvPr/>
        </p:nvSpPr>
        <p:spPr>
          <a:xfrm>
            <a:off x="2286000" y="2569500"/>
            <a:ext cx="2286000" cy="257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C013BE-7224-4F50-8AE5-B4B75FD58EE0}"/>
              </a:ext>
            </a:extLst>
          </p:cNvPr>
          <p:cNvSpPr/>
          <p:nvPr/>
        </p:nvSpPr>
        <p:spPr>
          <a:xfrm>
            <a:off x="4572000" y="2569500"/>
            <a:ext cx="2286000" cy="257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3EBD061-6D7A-48A6-91A7-0B6ABFD222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111846"/>
            <a:ext cx="1911626" cy="1572347"/>
          </a:xfrm>
          <a:prstGeom prst="rect">
            <a:avLst/>
          </a:prstGeom>
        </p:spPr>
      </p:pic>
      <p:sp>
        <p:nvSpPr>
          <p:cNvPr id="16" name="Titre 4">
            <a:extLst>
              <a:ext uri="{FF2B5EF4-FFF2-40B4-BE49-F238E27FC236}">
                <a16:creationId xmlns:a16="http://schemas.microsoft.com/office/drawing/2014/main" id="{745C6AF1-96E2-4256-A987-926B43B2ECD8}"/>
              </a:ext>
            </a:extLst>
          </p:cNvPr>
          <p:cNvSpPr txBox="1">
            <a:spLocks/>
          </p:cNvSpPr>
          <p:nvPr/>
        </p:nvSpPr>
        <p:spPr>
          <a:xfrm>
            <a:off x="197768" y="2718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rgbClr val="FF7900"/>
                </a:solidFill>
              </a:rPr>
              <a:t>83%</a:t>
            </a:r>
            <a:endParaRPr lang="fr-FR" dirty="0"/>
          </a:p>
        </p:txBody>
      </p:sp>
      <p:sp>
        <p:nvSpPr>
          <p:cNvPr id="17" name="Titre 4">
            <a:extLst>
              <a:ext uri="{FF2B5EF4-FFF2-40B4-BE49-F238E27FC236}">
                <a16:creationId xmlns:a16="http://schemas.microsoft.com/office/drawing/2014/main" id="{25A492A6-F11E-4991-878D-D9CE2764C890}"/>
              </a:ext>
            </a:extLst>
          </p:cNvPr>
          <p:cNvSpPr txBox="1">
            <a:spLocks/>
          </p:cNvSpPr>
          <p:nvPr/>
        </p:nvSpPr>
        <p:spPr>
          <a:xfrm>
            <a:off x="197768" y="3525277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</a:t>
            </a:r>
            <a:r>
              <a:rPr lang="fr-FR" sz="1400" dirty="0" err="1">
                <a:solidFill>
                  <a:schemeClr val="bg1"/>
                </a:solidFill>
              </a:rPr>
              <a:t>ultricies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8" name="Titre 4">
            <a:extLst>
              <a:ext uri="{FF2B5EF4-FFF2-40B4-BE49-F238E27FC236}">
                <a16:creationId xmlns:a16="http://schemas.microsoft.com/office/drawing/2014/main" id="{94AED60A-6957-4DB5-8FC7-088AF2AA40A4}"/>
              </a:ext>
            </a:extLst>
          </p:cNvPr>
          <p:cNvSpPr txBox="1">
            <a:spLocks/>
          </p:cNvSpPr>
          <p:nvPr/>
        </p:nvSpPr>
        <p:spPr>
          <a:xfrm>
            <a:off x="2496457" y="2779741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Titre / mot-clé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BE8753-D6C2-4CF9-8547-18D699981B28}"/>
              </a:ext>
            </a:extLst>
          </p:cNvPr>
          <p:cNvSpPr/>
          <p:nvPr/>
        </p:nvSpPr>
        <p:spPr>
          <a:xfrm>
            <a:off x="6858000" y="2569500"/>
            <a:ext cx="2286000" cy="2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1" name="Titre 4">
            <a:extLst>
              <a:ext uri="{FF2B5EF4-FFF2-40B4-BE49-F238E27FC236}">
                <a16:creationId xmlns:a16="http://schemas.microsoft.com/office/drawing/2014/main" id="{628E742F-3A34-4FFA-BB3E-2432B5754947}"/>
              </a:ext>
            </a:extLst>
          </p:cNvPr>
          <p:cNvSpPr txBox="1">
            <a:spLocks/>
          </p:cNvSpPr>
          <p:nvPr/>
        </p:nvSpPr>
        <p:spPr>
          <a:xfrm>
            <a:off x="7055768" y="2718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FF7900"/>
                </a:solidFill>
              </a:rPr>
              <a:t>Texte complémentaire</a:t>
            </a:r>
            <a:endParaRPr lang="fr-FR" sz="1400" dirty="0"/>
          </a:p>
        </p:txBody>
      </p:sp>
      <p:sp>
        <p:nvSpPr>
          <p:cNvPr id="22" name="Titre 4">
            <a:extLst>
              <a:ext uri="{FF2B5EF4-FFF2-40B4-BE49-F238E27FC236}">
                <a16:creationId xmlns:a16="http://schemas.microsoft.com/office/drawing/2014/main" id="{0D5B4804-1F5A-4D6C-8ABB-725252968BCB}"/>
              </a:ext>
            </a:extLst>
          </p:cNvPr>
          <p:cNvSpPr txBox="1">
            <a:spLocks/>
          </p:cNvSpPr>
          <p:nvPr/>
        </p:nvSpPr>
        <p:spPr>
          <a:xfrm>
            <a:off x="7055768" y="3291831"/>
            <a:ext cx="1853952" cy="16561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ultricies, purus lectus </a:t>
            </a:r>
            <a:r>
              <a:rPr lang="fr-FR" sz="1400" dirty="0" err="1">
                <a:solidFill>
                  <a:schemeClr val="bg1"/>
                </a:solidFill>
              </a:rPr>
              <a:t>malesuada</a:t>
            </a:r>
            <a:r>
              <a:rPr lang="fr-FR" sz="1400" dirty="0">
                <a:solidFill>
                  <a:schemeClr val="bg1"/>
                </a:solidFill>
              </a:rPr>
              <a:t> libero.</a:t>
            </a:r>
          </a:p>
        </p:txBody>
      </p:sp>
      <p:sp>
        <p:nvSpPr>
          <p:cNvPr id="24" name="Titre 4">
            <a:extLst>
              <a:ext uri="{FF2B5EF4-FFF2-40B4-BE49-F238E27FC236}">
                <a16:creationId xmlns:a16="http://schemas.microsoft.com/office/drawing/2014/main" id="{002252B6-9666-4EC9-A800-124B3EFABC35}"/>
              </a:ext>
            </a:extLst>
          </p:cNvPr>
          <p:cNvSpPr txBox="1">
            <a:spLocks/>
          </p:cNvSpPr>
          <p:nvPr/>
        </p:nvSpPr>
        <p:spPr>
          <a:xfrm>
            <a:off x="4769768" y="2718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rgbClr val="FF7900"/>
                </a:solidFill>
              </a:rPr>
              <a:t>30%</a:t>
            </a:r>
            <a:endParaRPr lang="fr-FR" dirty="0"/>
          </a:p>
        </p:txBody>
      </p:sp>
      <p:sp>
        <p:nvSpPr>
          <p:cNvPr id="25" name="Titre 4">
            <a:extLst>
              <a:ext uri="{FF2B5EF4-FFF2-40B4-BE49-F238E27FC236}">
                <a16:creationId xmlns:a16="http://schemas.microsoft.com/office/drawing/2014/main" id="{54753FDF-945C-4087-8FAF-F835A13361F7}"/>
              </a:ext>
            </a:extLst>
          </p:cNvPr>
          <p:cNvSpPr txBox="1">
            <a:spLocks/>
          </p:cNvSpPr>
          <p:nvPr/>
        </p:nvSpPr>
        <p:spPr>
          <a:xfrm>
            <a:off x="4769768" y="3525277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000000"/>
                </a:solidFill>
              </a:rPr>
              <a:t>Lorem ipsum dolor sit amet, consectetuer adipiscing elit. Maecenas porttitor congue massa. Fusce posuere, magna sed pulvinar </a:t>
            </a:r>
            <a:r>
              <a:rPr lang="fr-FR" sz="1400" dirty="0" err="1">
                <a:solidFill>
                  <a:srgbClr val="000000"/>
                </a:solidFill>
              </a:rPr>
              <a:t>ultricies</a:t>
            </a:r>
            <a:r>
              <a:rPr lang="fr-FR" sz="14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310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311BDC7-AF37-4388-8D41-882425A85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768" y="267626"/>
            <a:ext cx="1853952" cy="1862642"/>
          </a:xfrm>
        </p:spPr>
        <p:txBody>
          <a:bodyPr/>
          <a:lstStyle/>
          <a:p>
            <a:r>
              <a:rPr lang="fr-FR" sz="2000" dirty="0">
                <a:solidFill>
                  <a:srgbClr val="FF7900"/>
                </a:solidFill>
              </a:rPr>
              <a:t>Texte avec </a:t>
            </a:r>
            <a:br>
              <a:rPr lang="fr-FR" sz="2000" dirty="0">
                <a:solidFill>
                  <a:srgbClr val="FF7900"/>
                </a:solidFill>
              </a:rPr>
            </a:br>
            <a:r>
              <a:rPr lang="fr-FR" sz="2000" dirty="0">
                <a:solidFill>
                  <a:srgbClr val="FF7900"/>
                </a:solidFill>
              </a:rPr>
              <a:t>images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E50025-76B0-4D56-866A-61272B6A55C4}"/>
              </a:ext>
            </a:extLst>
          </p:cNvPr>
          <p:cNvSpPr/>
          <p:nvPr/>
        </p:nvSpPr>
        <p:spPr>
          <a:xfrm>
            <a:off x="2287224" y="-4500"/>
            <a:ext cx="2286000" cy="2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33134-4BDD-48C8-92A3-F20505183E17}"/>
              </a:ext>
            </a:extLst>
          </p:cNvPr>
          <p:cNvSpPr/>
          <p:nvPr/>
        </p:nvSpPr>
        <p:spPr>
          <a:xfrm>
            <a:off x="0" y="2569500"/>
            <a:ext cx="2286000" cy="257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3EBD061-6D7A-48A6-91A7-0B6ABFD222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8" y="3219822"/>
            <a:ext cx="1911626" cy="1572347"/>
          </a:xfrm>
          <a:prstGeom prst="rect">
            <a:avLst/>
          </a:prstGeom>
        </p:spPr>
      </p:pic>
      <p:sp>
        <p:nvSpPr>
          <p:cNvPr id="16" name="Titre 4">
            <a:extLst>
              <a:ext uri="{FF2B5EF4-FFF2-40B4-BE49-F238E27FC236}">
                <a16:creationId xmlns:a16="http://schemas.microsoft.com/office/drawing/2014/main" id="{745C6AF1-96E2-4256-A987-926B43B2ECD8}"/>
              </a:ext>
            </a:extLst>
          </p:cNvPr>
          <p:cNvSpPr txBox="1">
            <a:spLocks/>
          </p:cNvSpPr>
          <p:nvPr/>
        </p:nvSpPr>
        <p:spPr>
          <a:xfrm>
            <a:off x="2484992" y="144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rgbClr val="FF7900"/>
                </a:solidFill>
              </a:rPr>
              <a:t>83%</a:t>
            </a:r>
            <a:endParaRPr lang="fr-FR" dirty="0"/>
          </a:p>
        </p:txBody>
      </p:sp>
      <p:sp>
        <p:nvSpPr>
          <p:cNvPr id="17" name="Titre 4">
            <a:extLst>
              <a:ext uri="{FF2B5EF4-FFF2-40B4-BE49-F238E27FC236}">
                <a16:creationId xmlns:a16="http://schemas.microsoft.com/office/drawing/2014/main" id="{25A492A6-F11E-4991-878D-D9CE2764C890}"/>
              </a:ext>
            </a:extLst>
          </p:cNvPr>
          <p:cNvSpPr txBox="1">
            <a:spLocks/>
          </p:cNvSpPr>
          <p:nvPr/>
        </p:nvSpPr>
        <p:spPr>
          <a:xfrm>
            <a:off x="2484992" y="951277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  <a:r>
              <a:rPr lang="fr-FR" sz="1400" dirty="0" err="1">
                <a:solidFill>
                  <a:schemeClr val="bg1"/>
                </a:solidFill>
              </a:rPr>
              <a:t>Fusce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posuere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8" name="Titre 4">
            <a:extLst>
              <a:ext uri="{FF2B5EF4-FFF2-40B4-BE49-F238E27FC236}">
                <a16:creationId xmlns:a16="http://schemas.microsoft.com/office/drawing/2014/main" id="{94AED60A-6957-4DB5-8FC7-088AF2AA40A4}"/>
              </a:ext>
            </a:extLst>
          </p:cNvPr>
          <p:cNvSpPr txBox="1">
            <a:spLocks/>
          </p:cNvSpPr>
          <p:nvPr/>
        </p:nvSpPr>
        <p:spPr>
          <a:xfrm>
            <a:off x="210457" y="2779741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Titre / mot-clé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BE8753-D6C2-4CF9-8547-18D699981B28}"/>
              </a:ext>
            </a:extLst>
          </p:cNvPr>
          <p:cNvSpPr/>
          <p:nvPr/>
        </p:nvSpPr>
        <p:spPr>
          <a:xfrm>
            <a:off x="2286000" y="2569500"/>
            <a:ext cx="2286000" cy="257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1" name="Titre 4">
            <a:extLst>
              <a:ext uri="{FF2B5EF4-FFF2-40B4-BE49-F238E27FC236}">
                <a16:creationId xmlns:a16="http://schemas.microsoft.com/office/drawing/2014/main" id="{628E742F-3A34-4FFA-BB3E-2432B5754947}"/>
              </a:ext>
            </a:extLst>
          </p:cNvPr>
          <p:cNvSpPr txBox="1">
            <a:spLocks/>
          </p:cNvSpPr>
          <p:nvPr/>
        </p:nvSpPr>
        <p:spPr>
          <a:xfrm>
            <a:off x="2483768" y="2718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FF7900"/>
                </a:solidFill>
              </a:rPr>
              <a:t>Texte complémentaire</a:t>
            </a:r>
            <a:endParaRPr lang="fr-FR" sz="1400" dirty="0"/>
          </a:p>
        </p:txBody>
      </p:sp>
      <p:sp>
        <p:nvSpPr>
          <p:cNvPr id="22" name="Titre 4">
            <a:extLst>
              <a:ext uri="{FF2B5EF4-FFF2-40B4-BE49-F238E27FC236}">
                <a16:creationId xmlns:a16="http://schemas.microsoft.com/office/drawing/2014/main" id="{0D5B4804-1F5A-4D6C-8ABB-725252968BCB}"/>
              </a:ext>
            </a:extLst>
          </p:cNvPr>
          <p:cNvSpPr txBox="1">
            <a:spLocks/>
          </p:cNvSpPr>
          <p:nvPr/>
        </p:nvSpPr>
        <p:spPr>
          <a:xfrm>
            <a:off x="2483768" y="3291831"/>
            <a:ext cx="1853952" cy="16561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000000"/>
                </a:solidFill>
              </a:rPr>
              <a:t>Lorem ipsum dolor sit amet, consectetuer adipiscing elit. Maecenas porttitor congue massa.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686DC36-DA2F-43EE-B8FA-1120E234022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37" t="13302" r="21261" b="18794"/>
          <a:stretch/>
        </p:blipFill>
        <p:spPr>
          <a:xfrm>
            <a:off x="4572000" y="-4500"/>
            <a:ext cx="45790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06960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R Brest Practice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</TotalTime>
  <Words>1242</Words>
  <Application>Microsoft Office PowerPoint</Application>
  <PresentationFormat>On-screen Show (16:9)</PresentationFormat>
  <Paragraphs>289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Helvetica 55 Roman</vt:lpstr>
      <vt:lpstr>Helvetica 75</vt:lpstr>
      <vt:lpstr>Helvetica 75 Bold</vt:lpstr>
      <vt:lpstr>Wingdings</vt:lpstr>
      <vt:lpstr>OFR Brest Practice</vt:lpstr>
      <vt:lpstr>Orange Présentation</vt:lpstr>
      <vt:lpstr>Diapo de texte Une colonne</vt:lpstr>
      <vt:lpstr>Diapo de texte  Deux colonnes</vt:lpstr>
      <vt:lpstr>PowerPoint Presentation</vt:lpstr>
      <vt:lpstr>Diapo plan</vt:lpstr>
      <vt:lpstr>Diapo étapes</vt:lpstr>
      <vt:lpstr>Chronologie</vt:lpstr>
      <vt:lpstr>Chiffres clés</vt:lpstr>
      <vt:lpstr>Chiffres clés</vt:lpstr>
      <vt:lpstr>Comparaison</vt:lpstr>
      <vt:lpstr>Diagramme circulaire</vt:lpstr>
      <vt:lpstr>Lignes et textes</vt:lpstr>
      <vt:lpstr>Tableau</vt:lpstr>
      <vt:lpstr>Texte avec illustration</vt:lpstr>
      <vt:lpstr>PowerPoint Presentation</vt:lpstr>
      <vt:lpstr>Texte avec photo</vt:lpstr>
      <vt:lpstr>Texte avec photos</vt:lpstr>
      <vt:lpstr>Message clé texte</vt:lpstr>
      <vt:lpstr>Texte avec  images</vt:lpstr>
      <vt:lpstr>Merci</vt:lpstr>
    </vt:vector>
  </TitlesOfParts>
  <Company>Article10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ADAM GUENIN Marie Lesly COMM/MC</cp:lastModifiedBy>
  <cp:revision>46</cp:revision>
  <dcterms:created xsi:type="dcterms:W3CDTF">2016-08-11T14:02:28Z</dcterms:created>
  <dcterms:modified xsi:type="dcterms:W3CDTF">2021-11-03T15:11:58Z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c818a6-e1a0-4a6e-a969-20d857c5dc62_Enabled">
    <vt:lpwstr>true</vt:lpwstr>
  </property>
  <property fmtid="{D5CDD505-2E9C-101B-9397-08002B2CF9AE}" pid="3" name="MSIP_Label_e6c818a6-e1a0-4a6e-a969-20d857c5dc62_SetDate">
    <vt:lpwstr>2021-11-03T15:11:58Z</vt:lpwstr>
  </property>
  <property fmtid="{D5CDD505-2E9C-101B-9397-08002B2CF9AE}" pid="4" name="MSIP_Label_e6c818a6-e1a0-4a6e-a969-20d857c5dc62_Method">
    <vt:lpwstr>Standard</vt:lpwstr>
  </property>
  <property fmtid="{D5CDD505-2E9C-101B-9397-08002B2CF9AE}" pid="5" name="MSIP_Label_e6c818a6-e1a0-4a6e-a969-20d857c5dc62_Name">
    <vt:lpwstr>Orange_restricted_internal.2</vt:lpwstr>
  </property>
  <property fmtid="{D5CDD505-2E9C-101B-9397-08002B2CF9AE}" pid="6" name="MSIP_Label_e6c818a6-e1a0-4a6e-a969-20d857c5dc62_SiteId">
    <vt:lpwstr>90c7a20a-f34b-40bf-bc48-b9253b6f5d20</vt:lpwstr>
  </property>
  <property fmtid="{D5CDD505-2E9C-101B-9397-08002B2CF9AE}" pid="7" name="MSIP_Label_e6c818a6-e1a0-4a6e-a969-20d857c5dc62_ActionId">
    <vt:lpwstr>4f61f86f-a5bc-4203-9faf-94034567b896</vt:lpwstr>
  </property>
  <property fmtid="{D5CDD505-2E9C-101B-9397-08002B2CF9AE}" pid="8" name="MSIP_Label_e6c818a6-e1a0-4a6e-a969-20d857c5dc62_ContentBits">
    <vt:lpwstr>2</vt:lpwstr>
  </property>
</Properties>
</file>